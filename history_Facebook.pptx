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comments/modernComment_10A_6D33848D.xml" ContentType="application/vnd.ms-powerpoint.comments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6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</p:sldIdLst>
  <p:sldSz cx="12192000" cy="6858000"/>
  <p:notesSz cx="12192000" cy="6858000"/>
  <p:defaultTextStyle>
    <a:lvl1pPr marL="0" algn="l" defTabSz="91440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840">
          <p15:clr>
            <a:srgbClr val="A4A3A4"/>
          </p15:clr>
        </p15:guide>
        <p15:guide id="2" orient="horz" pos="2160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42E36198-A05A-DFAD-E965-ADCE2BBBD3AE}" name="Артем" initials="А" userId="Артем" providerId="Non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0595B"/>
    <a:srgbClr val="FFF8F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63" d="100"/>
          <a:sy n="163" d="100"/>
        </p:scale>
        <p:origin x="1596" y="144"/>
      </p:cViewPr>
      <p:guideLst>
        <p:guide pos="3840"/>
        <p:guide orient="horz"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microsoft.com/office/2018/10/relationships/authors" Target="authors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omments/modernComment_10A_6D33848D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53F76EA6-F925-4626-A185-6D8CC83F0D3D}" authorId="{42E36198-A05A-DFAD-E965-ADCE2BBBD3AE}" created="2026-09-25T15:10:46.293">
    <pc:sldMkLst xmlns:pc="http://schemas.microsoft.com/office/powerpoint/2013/main/command">
      <pc:docMk/>
      <pc:sldMk cId="1832092813" sldId="266"/>
    </pc:sldMkLst>
    <p188:txBody>
      <a:bodyPr/>
      <a:lstStyle/>
      <a:p>
        <a:r>
          <a:rPr lang="ru-RU"/>
          <a:t>pipka</a:t>
        </a:r>
      </a:p>
    </p188:txBody>
  </p188:cm>
</p188:cmLst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Slide master 1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 bwMode="auto">
          <a:xfrm>
            <a:off x="0" y="0"/>
            <a:ext cx="12191695" cy="6858000"/>
          </a:xfrm>
          <a:prstGeom prst="rect">
            <a:avLst/>
          </a:prstGeom>
          <a:solidFill>
            <a:srgbClr val="AABCB6"/>
          </a:solidFill>
          <a:ln/>
        </p:spPr>
      </p:sp>
      <p:sp>
        <p:nvSpPr>
          <p:cNvPr id="3" name="Shape 1"/>
          <p:cNvSpPr/>
          <p:nvPr/>
        </p:nvSpPr>
        <p:spPr bwMode="auto">
          <a:xfrm>
            <a:off x="0" y="0"/>
            <a:ext cx="12191695" cy="6858000"/>
          </a:xfrm>
          <a:prstGeom prst="rect">
            <a:avLst/>
          </a:prstGeom>
          <a:solidFill>
            <a:srgbClr val="FFF8F0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>
        <a:spcBef>
          <a:spcPts val="0"/>
        </a:spcBef>
        <a:buFont typeface="Arial"/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>
        <a:spcBef>
          <a:spcPts val="0"/>
        </a:spcBef>
        <a:buFont typeface="Arial"/>
        <a:buChar char="–"/>
        <a:defRPr sz="28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>
        <a:spcBef>
          <a:spcPts val="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>
        <a:spcBef>
          <a:spcPts val="0"/>
        </a:spcBef>
        <a:buFont typeface="Arial"/>
        <a:buChar char="–"/>
        <a:defRPr sz="20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>
        <a:spcBef>
          <a:spcPts val="0"/>
        </a:spcBef>
        <a:buFont typeface="Arial"/>
        <a:buChar char="»"/>
        <a:defRPr sz="20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microsoft.com/office/2018/10/relationships/comments" Target="../comments/modernComment_10A_6D33848D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jpeg"/><Relationship Id="rId4" Type="http://schemas.openxmlformats.org/officeDocument/2006/relationships/image" Target="../media/image5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 name="Slide 1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0" y="0"/>
            <a:ext cx="4571886" cy="6858000"/>
          </a:xfrm>
          <a:prstGeom prst="rect">
            <a:avLst/>
          </a:prstGeom>
          <a:effectLst>
            <a:outerShdw blurRad="127000" dist="50800" dir="5400000" sx="103000" sy="103000" algn="ctr" rotWithShape="0">
              <a:schemeClr val="tx1"/>
            </a:outerShdw>
          </a:effectLst>
        </p:spPr>
      </p:pic>
      <p:sp>
        <p:nvSpPr>
          <p:cNvPr id="3" name="Text 0"/>
          <p:cNvSpPr/>
          <p:nvPr/>
        </p:nvSpPr>
        <p:spPr bwMode="auto">
          <a:xfrm>
            <a:off x="5026294" y="590748"/>
            <a:ext cx="7070455" cy="17719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  <a:defRPr/>
            </a:pPr>
            <a:r>
              <a:rPr lang="en-US" sz="3700" b="1" spc="-112" dirty="0" err="1">
                <a:solidFill>
                  <a:srgbClr val="50595B"/>
                </a:solidFill>
                <a:latin typeface="Times New Roman" panose="02020603050405020304" pitchFamily="18" charset="0"/>
                <a:ea typeface="Bitter Medium"/>
                <a:cs typeface="Times New Roman" panose="02020603050405020304" pitchFamily="18" charset="0"/>
              </a:rPr>
              <a:t>Разбор</a:t>
            </a:r>
            <a:r>
              <a:rPr lang="en-US" sz="3700" b="1" spc="-112" dirty="0">
                <a:solidFill>
                  <a:srgbClr val="50595B"/>
                </a:solidFill>
                <a:latin typeface="Times New Roman" panose="02020603050405020304" pitchFamily="18" charset="0"/>
                <a:ea typeface="Bitter Medium"/>
                <a:cs typeface="Times New Roman" panose="02020603050405020304" pitchFamily="18" charset="0"/>
              </a:rPr>
              <a:t> </a:t>
            </a:r>
            <a:r>
              <a:rPr lang="en-US" sz="3700" b="1" spc="-112" dirty="0" err="1">
                <a:solidFill>
                  <a:srgbClr val="50595B"/>
                </a:solidFill>
                <a:latin typeface="Times New Roman" panose="02020603050405020304" pitchFamily="18" charset="0"/>
                <a:ea typeface="Bitter Medium"/>
                <a:cs typeface="Times New Roman" panose="02020603050405020304" pitchFamily="18" charset="0"/>
              </a:rPr>
              <a:t>фильма</a:t>
            </a:r>
            <a:r>
              <a:rPr lang="en-US" sz="3700" b="1" spc="-112" dirty="0">
                <a:solidFill>
                  <a:srgbClr val="50595B"/>
                </a:solidFill>
                <a:latin typeface="Times New Roman" panose="02020603050405020304" pitchFamily="18" charset="0"/>
                <a:ea typeface="Bitter Medium"/>
                <a:cs typeface="Times New Roman" panose="02020603050405020304" pitchFamily="18" charset="0"/>
              </a:rPr>
              <a:t> «</a:t>
            </a:r>
            <a:r>
              <a:rPr lang="en-US" sz="3700" b="1" spc="-112" dirty="0" err="1">
                <a:solidFill>
                  <a:srgbClr val="50595B"/>
                </a:solidFill>
                <a:latin typeface="Times New Roman" panose="02020603050405020304" pitchFamily="18" charset="0"/>
                <a:ea typeface="Bitter Medium"/>
                <a:cs typeface="Times New Roman" panose="02020603050405020304" pitchFamily="18" charset="0"/>
              </a:rPr>
              <a:t>Социальная</a:t>
            </a:r>
            <a:r>
              <a:rPr lang="en-US" sz="3700" b="1" spc="-112" dirty="0">
                <a:solidFill>
                  <a:srgbClr val="50595B"/>
                </a:solidFill>
                <a:latin typeface="Times New Roman" panose="02020603050405020304" pitchFamily="18" charset="0"/>
                <a:ea typeface="Bitter Medium"/>
                <a:cs typeface="Times New Roman" panose="02020603050405020304" pitchFamily="18" charset="0"/>
              </a:rPr>
              <a:t> </a:t>
            </a:r>
            <a:r>
              <a:rPr lang="en-US" sz="3700" b="1" spc="-112" dirty="0" err="1">
                <a:solidFill>
                  <a:srgbClr val="50595B"/>
                </a:solidFill>
                <a:latin typeface="Times New Roman" panose="02020603050405020304" pitchFamily="18" charset="0"/>
                <a:ea typeface="Bitter Medium"/>
                <a:cs typeface="Times New Roman" panose="02020603050405020304" pitchFamily="18" charset="0"/>
              </a:rPr>
              <a:t>сеть</a:t>
            </a:r>
            <a:r>
              <a:rPr lang="en-US" sz="3700" b="1" spc="-112" dirty="0">
                <a:solidFill>
                  <a:srgbClr val="50595B"/>
                </a:solidFill>
                <a:latin typeface="Times New Roman" panose="02020603050405020304" pitchFamily="18" charset="0"/>
                <a:ea typeface="Bitter Medium"/>
                <a:cs typeface="Times New Roman" panose="02020603050405020304" pitchFamily="18" charset="0"/>
              </a:rPr>
              <a:t>» (The Social Network), 2010</a:t>
            </a:r>
            <a:r>
              <a:rPr lang="ru-RU" sz="3700" b="1" spc="-112" dirty="0">
                <a:solidFill>
                  <a:srgbClr val="50595B"/>
                </a:solidFill>
                <a:latin typeface="Times New Roman" panose="02020603050405020304" pitchFamily="18" charset="0"/>
                <a:ea typeface="Bitter Medium"/>
                <a:cs typeface="Times New Roman" panose="02020603050405020304" pitchFamily="18" charset="0"/>
              </a:rPr>
              <a:t>г.</a:t>
            </a:r>
            <a:endParaRPr lang="en-US" sz="3700" b="1" dirty="0">
              <a:solidFill>
                <a:srgbClr val="50595B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1"/>
          <p:cNvSpPr/>
          <p:nvPr/>
        </p:nvSpPr>
        <p:spPr bwMode="auto">
          <a:xfrm>
            <a:off x="5026295" y="2127448"/>
            <a:ext cx="6710990" cy="1724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  <a:defRPr/>
            </a:pPr>
            <a:r>
              <a:rPr lang="en-US" sz="1400" b="1" spc="-30" dirty="0" err="1">
                <a:solidFill>
                  <a:srgbClr val="2B2E3C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</a:rPr>
              <a:t>Краткий</a:t>
            </a:r>
            <a:r>
              <a:rPr lang="en-US" sz="1400" b="1" spc="-30" dirty="0">
                <a:solidFill>
                  <a:srgbClr val="2B2E3C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</a:rPr>
              <a:t> </a:t>
            </a:r>
            <a:r>
              <a:rPr lang="en-US" sz="1400" b="1" spc="-30" dirty="0" err="1">
                <a:solidFill>
                  <a:srgbClr val="2B2E3C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</a:rPr>
              <a:t>путеводитель</a:t>
            </a:r>
            <a:r>
              <a:rPr lang="en-US" sz="1400" b="1" spc="-30" dirty="0">
                <a:solidFill>
                  <a:srgbClr val="2B2E3C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</a:rPr>
              <a:t> </a:t>
            </a:r>
            <a:r>
              <a:rPr lang="en-US" sz="1400" b="1" spc="-30" dirty="0" err="1">
                <a:solidFill>
                  <a:srgbClr val="2B2E3C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</a:rPr>
              <a:t>по</a:t>
            </a:r>
            <a:r>
              <a:rPr lang="en-US" sz="1400" b="1" spc="-30" dirty="0">
                <a:solidFill>
                  <a:srgbClr val="2B2E3C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</a:rPr>
              <a:t> </a:t>
            </a:r>
            <a:r>
              <a:rPr lang="en-US" sz="1400" b="1" spc="-30" dirty="0" err="1">
                <a:solidFill>
                  <a:srgbClr val="2B2E3C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</a:rPr>
              <a:t>презентации</a:t>
            </a:r>
            <a:r>
              <a:rPr lang="en-US" sz="1400" b="1" spc="-30" dirty="0">
                <a:solidFill>
                  <a:srgbClr val="2B2E3C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</a:rPr>
              <a:t>: </a:t>
            </a:r>
            <a:r>
              <a:rPr lang="en-US" sz="1400" b="1" spc="-30" dirty="0" err="1">
                <a:solidFill>
                  <a:srgbClr val="2B2E3C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</a:rPr>
              <a:t>жанр</a:t>
            </a:r>
            <a:r>
              <a:rPr lang="en-US" sz="1400" b="1" spc="-30" dirty="0">
                <a:solidFill>
                  <a:srgbClr val="2B2E3C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</a:rPr>
              <a:t> и </a:t>
            </a:r>
            <a:r>
              <a:rPr lang="en-US" sz="1400" b="1" spc="-30" dirty="0" err="1">
                <a:solidFill>
                  <a:srgbClr val="2B2E3C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</a:rPr>
              <a:t>контекст</a:t>
            </a:r>
            <a:r>
              <a:rPr lang="en-US" sz="1400" b="1" spc="-30" dirty="0">
                <a:solidFill>
                  <a:srgbClr val="2B2E3C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</a:rPr>
              <a:t>, </a:t>
            </a:r>
            <a:r>
              <a:rPr lang="en-US" sz="1400" b="1" spc="-30" dirty="0" err="1">
                <a:solidFill>
                  <a:srgbClr val="2B2E3C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</a:rPr>
              <a:t>сюжет</a:t>
            </a:r>
            <a:r>
              <a:rPr lang="en-US" sz="1400" b="1" spc="-30" dirty="0">
                <a:solidFill>
                  <a:srgbClr val="2B2E3C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</a:rPr>
              <a:t> </a:t>
            </a:r>
            <a:r>
              <a:rPr lang="en-US" sz="1400" b="1" spc="-30" dirty="0" err="1">
                <a:solidFill>
                  <a:srgbClr val="2B2E3C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</a:rPr>
              <a:t>без</a:t>
            </a:r>
            <a:r>
              <a:rPr lang="en-US" sz="1400" b="1" spc="-30" dirty="0">
                <a:solidFill>
                  <a:srgbClr val="2B2E3C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</a:rPr>
              <a:t> </a:t>
            </a:r>
            <a:r>
              <a:rPr lang="en-US" sz="1400" b="1" spc="-30" dirty="0" err="1">
                <a:solidFill>
                  <a:srgbClr val="2B2E3C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</a:rPr>
              <a:t>спойлеров</a:t>
            </a:r>
            <a:r>
              <a:rPr lang="en-US" sz="1400" b="1" spc="-30" dirty="0">
                <a:solidFill>
                  <a:srgbClr val="2B2E3C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</a:rPr>
              <a:t>, </a:t>
            </a:r>
            <a:r>
              <a:rPr lang="en-US" sz="1400" b="1" spc="-30" dirty="0" err="1">
                <a:solidFill>
                  <a:srgbClr val="2B2E3C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</a:rPr>
              <a:t>исторические</a:t>
            </a:r>
            <a:r>
              <a:rPr lang="en-US" sz="1400" b="1" spc="-30" dirty="0">
                <a:solidFill>
                  <a:srgbClr val="2B2E3C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</a:rPr>
              <a:t> </a:t>
            </a:r>
            <a:r>
              <a:rPr lang="en-US" sz="1400" b="1" spc="-30" dirty="0" err="1">
                <a:solidFill>
                  <a:srgbClr val="2B2E3C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</a:rPr>
              <a:t>совпадения</a:t>
            </a:r>
            <a:r>
              <a:rPr lang="en-US" sz="1400" b="1" spc="-30" dirty="0">
                <a:solidFill>
                  <a:srgbClr val="2B2E3C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</a:rPr>
              <a:t> и </a:t>
            </a:r>
            <a:r>
              <a:rPr lang="en-US" sz="1400" b="1" spc="-30" dirty="0" err="1">
                <a:solidFill>
                  <a:srgbClr val="2B2E3C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</a:rPr>
              <a:t>расхождения</a:t>
            </a:r>
            <a:r>
              <a:rPr lang="en-US" sz="1400" b="1" spc="-30" dirty="0">
                <a:solidFill>
                  <a:srgbClr val="2B2E3C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</a:rPr>
              <a:t>, </a:t>
            </a:r>
            <a:r>
              <a:rPr lang="en-US" sz="1400" b="1" spc="-30" dirty="0" err="1">
                <a:solidFill>
                  <a:srgbClr val="2B2E3C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</a:rPr>
              <a:t>художественные</a:t>
            </a:r>
            <a:r>
              <a:rPr lang="en-US" sz="1400" b="1" spc="-30" dirty="0">
                <a:solidFill>
                  <a:srgbClr val="2B2E3C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</a:rPr>
              <a:t> </a:t>
            </a:r>
            <a:r>
              <a:rPr lang="en-US" sz="1400" b="1" spc="-30" dirty="0" err="1">
                <a:solidFill>
                  <a:srgbClr val="2B2E3C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</a:rPr>
              <a:t>приёмы</a:t>
            </a:r>
            <a:r>
              <a:rPr lang="en-US" sz="1400" b="1" spc="-30" dirty="0">
                <a:solidFill>
                  <a:srgbClr val="2B2E3C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</a:rPr>
              <a:t>, </a:t>
            </a:r>
            <a:r>
              <a:rPr lang="en-US" sz="1400" b="1" spc="-30" dirty="0" err="1">
                <a:solidFill>
                  <a:srgbClr val="2B2E3C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</a:rPr>
              <a:t>реакция</a:t>
            </a:r>
            <a:r>
              <a:rPr lang="en-US" sz="1400" b="1" spc="-30" dirty="0">
                <a:solidFill>
                  <a:srgbClr val="2B2E3C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</a:rPr>
              <a:t> </a:t>
            </a:r>
            <a:r>
              <a:rPr lang="en-US" sz="1400" b="1" spc="-30" dirty="0" err="1">
                <a:solidFill>
                  <a:srgbClr val="2B2E3C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</a:rPr>
              <a:t>зрителей</a:t>
            </a:r>
            <a:r>
              <a:rPr lang="en-US" sz="1400" b="1" spc="-30" dirty="0">
                <a:solidFill>
                  <a:srgbClr val="2B2E3C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</a:rPr>
              <a:t> и </a:t>
            </a:r>
            <a:r>
              <a:rPr lang="en-US" sz="1400" b="1" spc="-30" dirty="0" err="1">
                <a:solidFill>
                  <a:srgbClr val="2B2E3C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</a:rPr>
              <a:t>наша</a:t>
            </a:r>
            <a:r>
              <a:rPr lang="en-US" sz="1400" b="1" spc="-30" dirty="0">
                <a:solidFill>
                  <a:srgbClr val="2B2E3C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</a:rPr>
              <a:t> </a:t>
            </a:r>
            <a:r>
              <a:rPr lang="en-US" sz="1400" b="1" spc="-30" dirty="0" err="1">
                <a:solidFill>
                  <a:srgbClr val="2B2E3C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</a:rPr>
              <a:t>оценка</a:t>
            </a:r>
            <a:r>
              <a:rPr lang="en-US" sz="1400" b="1" spc="-30" dirty="0">
                <a:solidFill>
                  <a:srgbClr val="2B2E3C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</a:rPr>
              <a:t>.</a:t>
            </a:r>
            <a:endParaRPr 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215519137" name="Рисунок 1215519136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9972675" y="6010275"/>
            <a:ext cx="2219325" cy="84772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EE852B8B-FB26-9FFB-84F7-6AB5F8BACAE7}"/>
              </a:ext>
            </a:extLst>
          </p:cNvPr>
          <p:cNvSpPr/>
          <p:nvPr/>
        </p:nvSpPr>
        <p:spPr>
          <a:xfrm>
            <a:off x="10826750" y="6242050"/>
            <a:ext cx="1301750" cy="615950"/>
          </a:xfrm>
          <a:prstGeom prst="rect">
            <a:avLst/>
          </a:prstGeom>
          <a:solidFill>
            <a:srgbClr val="FFF8F0"/>
          </a:solidFill>
          <a:ln>
            <a:solidFill>
              <a:srgbClr val="FFF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0F5FB67-1F1C-405F-C91B-6AC538B851A3}"/>
              </a:ext>
            </a:extLst>
          </p:cNvPr>
          <p:cNvSpPr txBox="1"/>
          <p:nvPr/>
        </p:nvSpPr>
        <p:spPr>
          <a:xfrm>
            <a:off x="3540125" y="97909"/>
            <a:ext cx="511175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3600" b="1" dirty="0">
                <a:solidFill>
                  <a:srgbClr val="50595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Работу выполняли</a:t>
            </a:r>
          </a:p>
        </p:txBody>
      </p:sp>
      <p:pic>
        <p:nvPicPr>
          <p:cNvPr id="1030" name="Picture 6">
            <a:extLst>
              <a:ext uri="{FF2B5EF4-FFF2-40B4-BE49-F238E27FC236}">
                <a16:creationId xmlns:a16="http://schemas.microsoft.com/office/drawing/2014/main" id="{1AF54647-2715-3B9C-9F43-90CBDCAE0A3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48" r="148"/>
          <a:stretch/>
        </p:blipFill>
        <p:spPr bwMode="auto">
          <a:xfrm>
            <a:off x="230023" y="2894588"/>
            <a:ext cx="3864389" cy="27352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>
            <a:extLst>
              <a:ext uri="{FF2B5EF4-FFF2-40B4-BE49-F238E27FC236}">
                <a16:creationId xmlns:a16="http://schemas.microsoft.com/office/drawing/2014/main" id="{9C1AC04D-9E83-F33C-86BC-37241FC45DE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710"/>
          <a:stretch/>
        </p:blipFill>
        <p:spPr bwMode="auto">
          <a:xfrm>
            <a:off x="4347286" y="2894588"/>
            <a:ext cx="3864389" cy="27352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0" name="Picture 16">
            <a:extLst>
              <a:ext uri="{FF2B5EF4-FFF2-40B4-BE49-F238E27FC236}">
                <a16:creationId xmlns:a16="http://schemas.microsoft.com/office/drawing/2014/main" id="{E6DB99E4-688E-022F-6793-3C60C32FA97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2732"/>
          <a:stretch/>
        </p:blipFill>
        <p:spPr bwMode="auto">
          <a:xfrm>
            <a:off x="8464550" y="2894587"/>
            <a:ext cx="3429000" cy="27352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14AEB65-8568-7080-0E42-89221C71E7F4}"/>
              </a:ext>
            </a:extLst>
          </p:cNvPr>
          <p:cNvSpPr txBox="1"/>
          <p:nvPr/>
        </p:nvSpPr>
        <p:spPr>
          <a:xfrm>
            <a:off x="791286" y="2428359"/>
            <a:ext cx="274883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2000" b="1" dirty="0" err="1">
                <a:solidFill>
                  <a:srgbClr val="50595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Митраков</a:t>
            </a:r>
            <a:r>
              <a:rPr lang="ru-RU" sz="2000" b="1" dirty="0">
                <a:solidFill>
                  <a:srgbClr val="50595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Александр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6AFA79D-EB8D-7874-B2EE-00AA322C1AD4}"/>
              </a:ext>
            </a:extLst>
          </p:cNvPr>
          <p:cNvSpPr txBox="1"/>
          <p:nvPr/>
        </p:nvSpPr>
        <p:spPr>
          <a:xfrm>
            <a:off x="4885655" y="2428359"/>
            <a:ext cx="278765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2000" b="1" dirty="0">
                <a:solidFill>
                  <a:srgbClr val="50595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Ходырев Григорий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48C1043-5598-19AE-6288-A8E0B5EC0AC0}"/>
              </a:ext>
            </a:extLst>
          </p:cNvPr>
          <p:cNvSpPr txBox="1"/>
          <p:nvPr/>
        </p:nvSpPr>
        <p:spPr>
          <a:xfrm>
            <a:off x="8871512" y="2427208"/>
            <a:ext cx="261507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2000" b="1" dirty="0">
                <a:solidFill>
                  <a:srgbClr val="50595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Неволин Артем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5800476-26F3-5A3F-4C0D-071FAB573DA2}"/>
              </a:ext>
            </a:extLst>
          </p:cNvPr>
          <p:cNvSpPr txBox="1"/>
          <p:nvPr/>
        </p:nvSpPr>
        <p:spPr>
          <a:xfrm>
            <a:off x="4885655" y="1597888"/>
            <a:ext cx="6096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800" b="1" dirty="0">
                <a:solidFill>
                  <a:srgbClr val="50595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ИСП-3,4 БО</a:t>
            </a:r>
          </a:p>
        </p:txBody>
      </p:sp>
    </p:spTree>
    <p:extLst>
      <p:ext uri="{BB962C8B-B14F-4D97-AF65-F5344CB8AC3E}">
        <p14:creationId xmlns:p14="http://schemas.microsoft.com/office/powerpoint/2010/main" val="183209281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extLst>
    <p:ext uri="{6950BFC3-D8DA-4A85-94F7-54DA5524770B}">
      <p188:commentRel xmlns:p188="http://schemas.microsoft.com/office/powerpoint/2018/8/main" r:id="rId2"/>
    </p:ext>
  </p:extLs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 name="Slide 2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 bwMode="auto">
          <a:xfrm>
            <a:off x="661475" y="2113062"/>
            <a:ext cx="10868745" cy="472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  <a:defRPr/>
            </a:pPr>
            <a:r>
              <a:rPr lang="en-US" sz="2950" b="1" spc="-89" dirty="0" err="1">
                <a:solidFill>
                  <a:srgbClr val="2C3F42"/>
                </a:solidFill>
                <a:latin typeface="Times New Roman" panose="02020603050405020304" pitchFamily="18" charset="0"/>
                <a:ea typeface="Bitter Medium"/>
                <a:cs typeface="Times New Roman" panose="02020603050405020304" pitchFamily="18" charset="0"/>
              </a:rPr>
              <a:t>Что</a:t>
            </a:r>
            <a:r>
              <a:rPr lang="en-US" sz="2950" b="1" spc="-89" dirty="0">
                <a:solidFill>
                  <a:srgbClr val="2C3F42"/>
                </a:solidFill>
                <a:latin typeface="Times New Roman" panose="02020603050405020304" pitchFamily="18" charset="0"/>
                <a:ea typeface="Bitter Medium"/>
                <a:cs typeface="Times New Roman" panose="02020603050405020304" pitchFamily="18" charset="0"/>
              </a:rPr>
              <a:t> </a:t>
            </a:r>
            <a:r>
              <a:rPr lang="en-US" sz="2950" b="1" spc="-89" dirty="0" err="1">
                <a:solidFill>
                  <a:srgbClr val="2C3F42"/>
                </a:solidFill>
                <a:latin typeface="Times New Roman" panose="02020603050405020304" pitchFamily="18" charset="0"/>
                <a:ea typeface="Bitter Medium"/>
                <a:cs typeface="Times New Roman" panose="02020603050405020304" pitchFamily="18" charset="0"/>
              </a:rPr>
              <a:t>за</a:t>
            </a:r>
            <a:r>
              <a:rPr lang="en-US" sz="2950" b="1" spc="-89" dirty="0">
                <a:solidFill>
                  <a:srgbClr val="2C3F42"/>
                </a:solidFill>
                <a:latin typeface="Times New Roman" panose="02020603050405020304" pitchFamily="18" charset="0"/>
                <a:ea typeface="Bitter Medium"/>
                <a:cs typeface="Times New Roman" panose="02020603050405020304" pitchFamily="18" charset="0"/>
              </a:rPr>
              <a:t> </a:t>
            </a:r>
            <a:r>
              <a:rPr lang="en-US" sz="2950" b="1" spc="-89" dirty="0" err="1">
                <a:solidFill>
                  <a:srgbClr val="2C3F42"/>
                </a:solidFill>
                <a:latin typeface="Times New Roman" panose="02020603050405020304" pitchFamily="18" charset="0"/>
                <a:ea typeface="Bitter Medium"/>
                <a:cs typeface="Times New Roman" panose="02020603050405020304" pitchFamily="18" charset="0"/>
              </a:rPr>
              <a:t>фильм</a:t>
            </a:r>
            <a:r>
              <a:rPr lang="en-US" sz="2950" b="1" spc="-89" dirty="0">
                <a:solidFill>
                  <a:srgbClr val="2C3F42"/>
                </a:solidFill>
                <a:latin typeface="Times New Roman" panose="02020603050405020304" pitchFamily="18" charset="0"/>
                <a:ea typeface="Bitter Medium"/>
                <a:cs typeface="Times New Roman" panose="02020603050405020304" pitchFamily="18" charset="0"/>
              </a:rPr>
              <a:t> и </a:t>
            </a:r>
            <a:r>
              <a:rPr lang="en-US" sz="2950" b="1" spc="-89" dirty="0" err="1">
                <a:solidFill>
                  <a:srgbClr val="2C3F42"/>
                </a:solidFill>
                <a:latin typeface="Times New Roman" panose="02020603050405020304" pitchFamily="18" charset="0"/>
                <a:ea typeface="Bitter Medium"/>
                <a:cs typeface="Times New Roman" panose="02020603050405020304" pitchFamily="18" charset="0"/>
              </a:rPr>
              <a:t>его</a:t>
            </a:r>
            <a:r>
              <a:rPr lang="en-US" sz="2950" b="1" spc="-89" dirty="0">
                <a:solidFill>
                  <a:srgbClr val="2C3F42"/>
                </a:solidFill>
                <a:latin typeface="Times New Roman" panose="02020603050405020304" pitchFamily="18" charset="0"/>
                <a:ea typeface="Bitter Medium"/>
                <a:cs typeface="Times New Roman" panose="02020603050405020304" pitchFamily="18" charset="0"/>
              </a:rPr>
              <a:t> </a:t>
            </a:r>
            <a:r>
              <a:rPr lang="en-US" sz="2950" b="1" spc="-89" dirty="0" err="1">
                <a:solidFill>
                  <a:srgbClr val="2C3F42"/>
                </a:solidFill>
                <a:latin typeface="Times New Roman" panose="02020603050405020304" pitchFamily="18" charset="0"/>
                <a:ea typeface="Bitter Medium"/>
                <a:cs typeface="Times New Roman" panose="02020603050405020304" pitchFamily="18" charset="0"/>
              </a:rPr>
              <a:t>жанр</a:t>
            </a:r>
            <a:endParaRPr lang="en-US" sz="295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 bwMode="auto">
          <a:xfrm>
            <a:off x="661475" y="2837556"/>
            <a:ext cx="10868745" cy="10883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33000"/>
              </a:lnSpc>
              <a:buNone/>
              <a:defRPr/>
            </a:pPr>
            <a:r>
              <a:rPr lang="en-US" spc="-30" dirty="0">
                <a:solidFill>
                  <a:srgbClr val="2B2E3C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</a:rPr>
              <a:t>«</a:t>
            </a:r>
            <a:r>
              <a:rPr lang="en-US" spc="-30" dirty="0" err="1">
                <a:solidFill>
                  <a:srgbClr val="2B2E3C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</a:rPr>
              <a:t>Социальная</a:t>
            </a:r>
            <a:r>
              <a:rPr lang="en-US" spc="-30" dirty="0">
                <a:solidFill>
                  <a:srgbClr val="2B2E3C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</a:rPr>
              <a:t> </a:t>
            </a:r>
            <a:r>
              <a:rPr lang="en-US" spc="-30" dirty="0" err="1">
                <a:solidFill>
                  <a:srgbClr val="2B2E3C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</a:rPr>
              <a:t>сеть</a:t>
            </a:r>
            <a:r>
              <a:rPr lang="en-US" spc="-30" dirty="0">
                <a:solidFill>
                  <a:srgbClr val="2B2E3C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</a:rPr>
              <a:t>» — </a:t>
            </a:r>
            <a:r>
              <a:rPr lang="en-US" spc="-30" dirty="0" err="1">
                <a:solidFill>
                  <a:srgbClr val="2B2E3C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</a:rPr>
              <a:t>биографическая</a:t>
            </a:r>
            <a:r>
              <a:rPr lang="en-US" spc="-30" dirty="0">
                <a:solidFill>
                  <a:srgbClr val="2B2E3C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</a:rPr>
              <a:t> </a:t>
            </a:r>
            <a:r>
              <a:rPr lang="en-US" spc="-30" dirty="0" err="1">
                <a:solidFill>
                  <a:srgbClr val="2B2E3C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</a:rPr>
              <a:t>драма</a:t>
            </a:r>
            <a:r>
              <a:rPr lang="en-US" spc="-30" dirty="0">
                <a:solidFill>
                  <a:srgbClr val="2B2E3C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</a:rPr>
              <a:t> с </a:t>
            </a:r>
            <a:r>
              <a:rPr lang="en-US" spc="-30" dirty="0" err="1">
                <a:solidFill>
                  <a:srgbClr val="2B2E3C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</a:rPr>
              <a:t>элементами</a:t>
            </a:r>
            <a:r>
              <a:rPr lang="en-US" spc="-30" dirty="0">
                <a:solidFill>
                  <a:srgbClr val="2B2E3C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</a:rPr>
              <a:t> </a:t>
            </a:r>
            <a:r>
              <a:rPr lang="en-US" spc="-30" dirty="0" err="1">
                <a:solidFill>
                  <a:srgbClr val="2B2E3C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</a:rPr>
              <a:t>триллера</a:t>
            </a:r>
            <a:r>
              <a:rPr lang="en-US" spc="-30" dirty="0">
                <a:solidFill>
                  <a:srgbClr val="2B2E3C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</a:rPr>
              <a:t> и </a:t>
            </a:r>
            <a:r>
              <a:rPr lang="en-US" spc="-30" dirty="0" err="1">
                <a:solidFill>
                  <a:srgbClr val="2B2E3C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</a:rPr>
              <a:t>судебной</a:t>
            </a:r>
            <a:r>
              <a:rPr lang="en-US" spc="-30" dirty="0">
                <a:solidFill>
                  <a:srgbClr val="2B2E3C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</a:rPr>
              <a:t> </a:t>
            </a:r>
            <a:r>
              <a:rPr lang="en-US" spc="-30" dirty="0" err="1">
                <a:solidFill>
                  <a:srgbClr val="2B2E3C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</a:rPr>
              <a:t>картины</a:t>
            </a:r>
            <a:r>
              <a:rPr lang="en-US" spc="-30" dirty="0">
                <a:solidFill>
                  <a:srgbClr val="2B2E3C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</a:rPr>
              <a:t>. </a:t>
            </a:r>
            <a:r>
              <a:rPr lang="en-US" spc="-30" dirty="0" err="1">
                <a:solidFill>
                  <a:srgbClr val="2B2E3C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</a:rPr>
              <a:t>Режиссёр</a:t>
            </a:r>
            <a:r>
              <a:rPr lang="en-US" spc="-30" dirty="0">
                <a:solidFill>
                  <a:srgbClr val="2B2E3C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</a:rPr>
              <a:t>: </a:t>
            </a:r>
            <a:r>
              <a:rPr lang="en-US" spc="-30" dirty="0" err="1">
                <a:solidFill>
                  <a:srgbClr val="2B2E3C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</a:rPr>
              <a:t>Дэвид</a:t>
            </a:r>
            <a:r>
              <a:rPr lang="en-US" spc="-30" dirty="0">
                <a:solidFill>
                  <a:srgbClr val="2B2E3C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</a:rPr>
              <a:t> </a:t>
            </a:r>
            <a:r>
              <a:rPr lang="en-US" spc="-30" dirty="0" err="1">
                <a:solidFill>
                  <a:srgbClr val="2B2E3C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</a:rPr>
              <a:t>Финчер</a:t>
            </a:r>
            <a:r>
              <a:rPr lang="en-US" spc="-30" dirty="0">
                <a:solidFill>
                  <a:srgbClr val="2B2E3C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</a:rPr>
              <a:t>; </a:t>
            </a:r>
            <a:r>
              <a:rPr lang="en-US" spc="-30" dirty="0" err="1">
                <a:solidFill>
                  <a:srgbClr val="2B2E3C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</a:rPr>
              <a:t>сценарий</a:t>
            </a:r>
            <a:r>
              <a:rPr lang="en-US" spc="-30" dirty="0">
                <a:solidFill>
                  <a:srgbClr val="2B2E3C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</a:rPr>
              <a:t>: </a:t>
            </a:r>
            <a:r>
              <a:rPr lang="en-US" spc="-30" dirty="0" err="1">
                <a:solidFill>
                  <a:srgbClr val="2B2E3C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</a:rPr>
              <a:t>Аарон</a:t>
            </a:r>
            <a:r>
              <a:rPr lang="en-US" spc="-30" dirty="0">
                <a:solidFill>
                  <a:srgbClr val="2B2E3C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</a:rPr>
              <a:t> </a:t>
            </a:r>
            <a:r>
              <a:rPr lang="en-US" spc="-30" dirty="0" err="1">
                <a:solidFill>
                  <a:srgbClr val="2B2E3C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</a:rPr>
              <a:t>Соркин</a:t>
            </a:r>
            <a:r>
              <a:rPr lang="en-US" spc="-30" dirty="0">
                <a:solidFill>
                  <a:srgbClr val="2B2E3C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</a:rPr>
              <a:t>. </a:t>
            </a:r>
            <a:r>
              <a:rPr lang="en-US" spc="-30" dirty="0" err="1">
                <a:solidFill>
                  <a:srgbClr val="2B2E3C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</a:rPr>
              <a:t>Фильм</a:t>
            </a:r>
            <a:r>
              <a:rPr lang="en-US" spc="-30" dirty="0">
                <a:solidFill>
                  <a:srgbClr val="2B2E3C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</a:rPr>
              <a:t> </a:t>
            </a:r>
            <a:r>
              <a:rPr lang="en-US" spc="-30" dirty="0" err="1">
                <a:solidFill>
                  <a:srgbClr val="2B2E3C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</a:rPr>
              <a:t>показывает</a:t>
            </a:r>
            <a:r>
              <a:rPr lang="en-US" spc="-30" dirty="0">
                <a:solidFill>
                  <a:srgbClr val="2B2E3C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</a:rPr>
              <a:t> rise-and-conflict </a:t>
            </a:r>
            <a:r>
              <a:rPr lang="en-US" spc="-30" dirty="0" err="1">
                <a:solidFill>
                  <a:srgbClr val="2B2E3C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</a:rPr>
              <a:t>историю</a:t>
            </a:r>
            <a:r>
              <a:rPr lang="en-US" spc="-30" dirty="0">
                <a:solidFill>
                  <a:srgbClr val="2B2E3C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</a:rPr>
              <a:t> </a:t>
            </a:r>
            <a:r>
              <a:rPr lang="en-US" spc="-30" dirty="0" err="1">
                <a:solidFill>
                  <a:srgbClr val="2B2E3C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</a:rPr>
              <a:t>создания</a:t>
            </a:r>
            <a:r>
              <a:rPr lang="en-US" spc="-30" dirty="0">
                <a:solidFill>
                  <a:srgbClr val="2B2E3C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</a:rPr>
              <a:t> </a:t>
            </a:r>
            <a:r>
              <a:rPr lang="en-US" spc="-30" dirty="0" err="1">
                <a:solidFill>
                  <a:srgbClr val="2B2E3C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</a:rPr>
              <a:t>социальной</a:t>
            </a:r>
            <a:r>
              <a:rPr lang="en-US" spc="-30" dirty="0">
                <a:solidFill>
                  <a:srgbClr val="2B2E3C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</a:rPr>
              <a:t> </a:t>
            </a:r>
            <a:r>
              <a:rPr lang="en-US" spc="-30" dirty="0" err="1">
                <a:solidFill>
                  <a:srgbClr val="2B2E3C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</a:rPr>
              <a:t>сети</a:t>
            </a:r>
            <a:r>
              <a:rPr lang="en-US" spc="-30" dirty="0">
                <a:solidFill>
                  <a:srgbClr val="2B2E3C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</a:rPr>
              <a:t> Facebook и </a:t>
            </a:r>
            <a:r>
              <a:rPr lang="en-US" spc="-30" dirty="0" err="1">
                <a:solidFill>
                  <a:srgbClr val="2B2E3C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</a:rPr>
              <a:t>юридические</a:t>
            </a:r>
            <a:r>
              <a:rPr lang="en-US" spc="-30" dirty="0">
                <a:solidFill>
                  <a:srgbClr val="2B2E3C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</a:rPr>
              <a:t> </a:t>
            </a:r>
            <a:r>
              <a:rPr lang="en-US" spc="-30" dirty="0" err="1">
                <a:solidFill>
                  <a:srgbClr val="2B2E3C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</a:rPr>
              <a:t>споры</a:t>
            </a:r>
            <a:r>
              <a:rPr lang="en-US" spc="-30" dirty="0">
                <a:solidFill>
                  <a:srgbClr val="2B2E3C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</a:rPr>
              <a:t> </a:t>
            </a:r>
            <a:r>
              <a:rPr lang="en-US" spc="-30" dirty="0" err="1">
                <a:solidFill>
                  <a:srgbClr val="2B2E3C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</a:rPr>
              <a:t>вокруг</a:t>
            </a:r>
            <a:r>
              <a:rPr lang="en-US" spc="-30" dirty="0">
                <a:solidFill>
                  <a:srgbClr val="2B2E3C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</a:rPr>
              <a:t> </a:t>
            </a:r>
            <a:r>
              <a:rPr lang="en-US" spc="-30" dirty="0" err="1">
                <a:solidFill>
                  <a:srgbClr val="2B2E3C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</a:rPr>
              <a:t>неё</a:t>
            </a:r>
            <a:r>
              <a:rPr lang="en-US" spc="-30" dirty="0">
                <a:solidFill>
                  <a:srgbClr val="2B2E3C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</a:rPr>
              <a:t>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hape 2"/>
          <p:cNvSpPr/>
          <p:nvPr/>
        </p:nvSpPr>
        <p:spPr bwMode="auto">
          <a:xfrm>
            <a:off x="661475" y="3988891"/>
            <a:ext cx="10868745" cy="755948"/>
          </a:xfrm>
          <a:prstGeom prst="roundRect">
            <a:avLst>
              <a:gd name="adj" fmla="val 10502"/>
            </a:avLst>
          </a:prstGeom>
          <a:solidFill>
            <a:srgbClr val="FCE2CF"/>
          </a:solidFill>
          <a:ln/>
        </p:spPr>
        <p:txBody>
          <a:bodyPr/>
          <a:lstStyle/>
          <a:p>
            <a:endParaRPr lang="ru-RU" dirty="0">
              <a:cs typeface="Times New Roman" panose="02020603050405020304" pitchFamily="18" charset="0"/>
            </a:endParaRPr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850482" y="4313236"/>
            <a:ext cx="236234" cy="18901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 bwMode="auto">
          <a:xfrm>
            <a:off x="1275723" y="4225131"/>
            <a:ext cx="10675075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  <a:defRPr/>
            </a:pPr>
            <a:r>
              <a:rPr lang="en-US" sz="1600" b="1" spc="-30" dirty="0" err="1">
                <a:solidFill>
                  <a:srgbClr val="000000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</a:rPr>
              <a:t>Тон</a:t>
            </a:r>
            <a:r>
              <a:rPr lang="en-US" sz="1600" b="1" spc="-30" dirty="0">
                <a:solidFill>
                  <a:srgbClr val="000000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</a:rPr>
              <a:t> </a:t>
            </a:r>
            <a:r>
              <a:rPr lang="en-US" sz="1600" b="1" spc="-30" dirty="0" err="1">
                <a:solidFill>
                  <a:srgbClr val="000000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</a:rPr>
              <a:t>фильма</a:t>
            </a:r>
            <a:r>
              <a:rPr lang="en-US" sz="1600" b="1" spc="-30" dirty="0">
                <a:solidFill>
                  <a:srgbClr val="000000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</a:rPr>
              <a:t> </a:t>
            </a:r>
            <a:r>
              <a:rPr lang="en-US" sz="1600" b="1" spc="-30" dirty="0" err="1">
                <a:solidFill>
                  <a:srgbClr val="000000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</a:rPr>
              <a:t>холодный</a:t>
            </a:r>
            <a:r>
              <a:rPr lang="en-US" sz="1600" b="1" spc="-30" dirty="0">
                <a:solidFill>
                  <a:srgbClr val="000000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</a:rPr>
              <a:t>, </a:t>
            </a:r>
            <a:r>
              <a:rPr lang="en-US" sz="1600" b="1" spc="-30" dirty="0" err="1">
                <a:solidFill>
                  <a:srgbClr val="000000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</a:rPr>
              <a:t>аналитический</a:t>
            </a:r>
            <a:r>
              <a:rPr lang="en-US" sz="1600" b="1" spc="-30" dirty="0">
                <a:solidFill>
                  <a:srgbClr val="000000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</a:rPr>
              <a:t> — </a:t>
            </a:r>
            <a:r>
              <a:rPr lang="en-US" sz="1600" b="1" spc="-30" dirty="0" err="1">
                <a:solidFill>
                  <a:srgbClr val="000000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</a:rPr>
              <a:t>акцент</a:t>
            </a:r>
            <a:r>
              <a:rPr lang="en-US" sz="1600" b="1" spc="-30" dirty="0">
                <a:solidFill>
                  <a:srgbClr val="000000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</a:rPr>
              <a:t> </a:t>
            </a:r>
            <a:r>
              <a:rPr lang="en-US" sz="1600" b="1" spc="-30" dirty="0" err="1">
                <a:solidFill>
                  <a:srgbClr val="000000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</a:rPr>
              <a:t>на</a:t>
            </a:r>
            <a:r>
              <a:rPr lang="en-US" sz="1600" b="1" spc="-30" dirty="0">
                <a:solidFill>
                  <a:srgbClr val="000000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</a:rPr>
              <a:t> </a:t>
            </a:r>
            <a:r>
              <a:rPr lang="en-US" sz="1600" b="1" spc="-30" dirty="0" err="1">
                <a:solidFill>
                  <a:srgbClr val="000000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</a:rPr>
              <a:t>диалоге</a:t>
            </a:r>
            <a:r>
              <a:rPr lang="en-US" sz="1600" b="1" spc="-30" dirty="0">
                <a:solidFill>
                  <a:srgbClr val="000000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</a:rPr>
              <a:t> и </a:t>
            </a:r>
            <a:r>
              <a:rPr lang="en-US" sz="1600" b="1" spc="-30" dirty="0" err="1">
                <a:solidFill>
                  <a:srgbClr val="000000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</a:rPr>
              <a:t>напряжении</a:t>
            </a:r>
            <a:r>
              <a:rPr lang="en-US" sz="1600" b="1" spc="-30" dirty="0">
                <a:solidFill>
                  <a:srgbClr val="000000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</a:rPr>
              <a:t>, а </a:t>
            </a:r>
            <a:r>
              <a:rPr lang="en-US" sz="1600" b="1" spc="-30" dirty="0" err="1">
                <a:solidFill>
                  <a:srgbClr val="000000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</a:rPr>
              <a:t>не</a:t>
            </a:r>
            <a:r>
              <a:rPr lang="en-US" sz="1600" b="1" spc="-30" dirty="0">
                <a:solidFill>
                  <a:srgbClr val="000000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</a:rPr>
              <a:t> </a:t>
            </a:r>
            <a:r>
              <a:rPr lang="en-US" sz="1600" b="1" spc="-30" dirty="0" err="1">
                <a:solidFill>
                  <a:srgbClr val="000000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</a:rPr>
              <a:t>на</a:t>
            </a:r>
            <a:r>
              <a:rPr lang="en-US" sz="1600" b="1" spc="-30" dirty="0">
                <a:solidFill>
                  <a:srgbClr val="000000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</a:rPr>
              <a:t> </a:t>
            </a:r>
            <a:r>
              <a:rPr lang="en-US" sz="1600" b="1" spc="-30" dirty="0" err="1">
                <a:solidFill>
                  <a:srgbClr val="000000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</a:rPr>
              <a:t>романтизации</a:t>
            </a:r>
            <a:r>
              <a:rPr lang="en-US" sz="1600" b="1" spc="-30" dirty="0">
                <a:solidFill>
                  <a:srgbClr val="000000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</a:rPr>
              <a:t> </a:t>
            </a:r>
            <a:r>
              <a:rPr lang="en-US" sz="1600" b="1" spc="-30" dirty="0" err="1">
                <a:solidFill>
                  <a:srgbClr val="000000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</a:rPr>
              <a:t>успеха</a:t>
            </a:r>
            <a:r>
              <a:rPr lang="en-US" sz="1600" b="1" spc="-30" dirty="0">
                <a:solidFill>
                  <a:srgbClr val="000000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</a:rPr>
              <a:t>.</a:t>
            </a:r>
            <a:endParaRPr 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282656629" name="Рисунок 1282656628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9967760" y="6010274"/>
            <a:ext cx="2219325" cy="84772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 name="Slide 3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868539" y="668139"/>
            <a:ext cx="3769028" cy="552172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 bwMode="auto">
          <a:xfrm>
            <a:off x="5124816" y="872530"/>
            <a:ext cx="6411653" cy="280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  <a:defRPr/>
            </a:pPr>
            <a:r>
              <a:rPr lang="en-US" sz="2400" b="1" spc="-52" dirty="0" err="1">
                <a:solidFill>
                  <a:srgbClr val="2C3F42"/>
                </a:solidFill>
                <a:latin typeface="Times New Roman" panose="02020603050405020304" pitchFamily="18" charset="0"/>
                <a:ea typeface="Bitter Medium"/>
                <a:cs typeface="Times New Roman" panose="02020603050405020304" pitchFamily="18" charset="0"/>
              </a:rPr>
              <a:t>Краткая</a:t>
            </a:r>
            <a:r>
              <a:rPr lang="en-US" sz="2400" b="1" spc="-52" dirty="0">
                <a:solidFill>
                  <a:srgbClr val="2C3F42"/>
                </a:solidFill>
                <a:latin typeface="Times New Roman" panose="02020603050405020304" pitchFamily="18" charset="0"/>
                <a:ea typeface="Bitter Medium"/>
                <a:cs typeface="Times New Roman" panose="02020603050405020304" pitchFamily="18" charset="0"/>
              </a:rPr>
              <a:t> </a:t>
            </a:r>
            <a:r>
              <a:rPr lang="en-US" sz="2400" b="1" spc="-52" dirty="0" err="1">
                <a:solidFill>
                  <a:srgbClr val="2C3F42"/>
                </a:solidFill>
                <a:latin typeface="Times New Roman" panose="02020603050405020304" pitchFamily="18" charset="0"/>
                <a:ea typeface="Bitter Medium"/>
                <a:cs typeface="Times New Roman" panose="02020603050405020304" pitchFamily="18" charset="0"/>
              </a:rPr>
              <a:t>характеристика</a:t>
            </a:r>
            <a:r>
              <a:rPr lang="en-US" sz="2400" b="1" spc="-52" dirty="0">
                <a:solidFill>
                  <a:srgbClr val="2C3F42"/>
                </a:solidFill>
                <a:latin typeface="Times New Roman" panose="02020603050405020304" pitchFamily="18" charset="0"/>
                <a:ea typeface="Bitter Medium"/>
                <a:cs typeface="Times New Roman" panose="02020603050405020304" pitchFamily="18" charset="0"/>
              </a:rPr>
              <a:t> </a:t>
            </a:r>
            <a:r>
              <a:rPr lang="en-US" sz="2400" b="1" spc="-52" dirty="0" err="1">
                <a:solidFill>
                  <a:srgbClr val="2C3F42"/>
                </a:solidFill>
                <a:latin typeface="Times New Roman" panose="02020603050405020304" pitchFamily="18" charset="0"/>
                <a:ea typeface="Bitter Medium"/>
                <a:cs typeface="Times New Roman" panose="02020603050405020304" pitchFamily="18" charset="0"/>
              </a:rPr>
              <a:t>сюжета</a:t>
            </a:r>
            <a:r>
              <a:rPr lang="en-US" sz="2400" b="1" spc="-52" dirty="0">
                <a:solidFill>
                  <a:srgbClr val="2C3F42"/>
                </a:solidFill>
                <a:latin typeface="Times New Roman" panose="02020603050405020304" pitchFamily="18" charset="0"/>
                <a:ea typeface="Bitter Medium"/>
                <a:cs typeface="Times New Roman" panose="02020603050405020304" pitchFamily="18" charset="0"/>
              </a:rPr>
              <a:t> </a:t>
            </a: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1"/>
          <p:cNvSpPr/>
          <p:nvPr/>
        </p:nvSpPr>
        <p:spPr bwMode="auto">
          <a:xfrm>
            <a:off x="5124817" y="1835794"/>
            <a:ext cx="4654183" cy="24123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6000"/>
              </a:lnSpc>
              <a:spcAft>
                <a:spcPts val="450"/>
              </a:spcAft>
              <a:buNone/>
              <a:defRPr/>
            </a:pPr>
            <a:r>
              <a:rPr lang="en-US" sz="1600" spc="-18" dirty="0" err="1">
                <a:solidFill>
                  <a:srgbClr val="2B2E3C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</a:rPr>
              <a:t>Фильм</a:t>
            </a:r>
            <a:r>
              <a:rPr lang="en-US" sz="1600" spc="-18" dirty="0">
                <a:solidFill>
                  <a:srgbClr val="2B2E3C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</a:rPr>
              <a:t> </a:t>
            </a:r>
            <a:r>
              <a:rPr lang="en-US" sz="1600" spc="-18" dirty="0" err="1">
                <a:solidFill>
                  <a:srgbClr val="2B2E3C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</a:rPr>
              <a:t>рассказывает</a:t>
            </a:r>
            <a:r>
              <a:rPr lang="en-US" sz="1600" spc="-18" dirty="0">
                <a:solidFill>
                  <a:srgbClr val="2B2E3C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</a:rPr>
              <a:t> о </a:t>
            </a:r>
            <a:r>
              <a:rPr lang="en-US" sz="1600" spc="-18" dirty="0" err="1">
                <a:solidFill>
                  <a:srgbClr val="2B2E3C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</a:rPr>
              <a:t>студенте-программисте</a:t>
            </a:r>
            <a:r>
              <a:rPr lang="en-US" sz="1600" spc="-18" dirty="0">
                <a:solidFill>
                  <a:srgbClr val="2B2E3C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</a:rPr>
              <a:t>, </a:t>
            </a:r>
            <a:r>
              <a:rPr lang="en-US" sz="1600" spc="-18" dirty="0" err="1">
                <a:solidFill>
                  <a:srgbClr val="2B2E3C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</a:rPr>
              <a:t>который</a:t>
            </a:r>
            <a:r>
              <a:rPr lang="en-US" sz="1600" spc="-18" dirty="0">
                <a:solidFill>
                  <a:srgbClr val="2B2E3C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</a:rPr>
              <a:t> </a:t>
            </a:r>
            <a:r>
              <a:rPr lang="en-US" sz="1600" spc="-18" dirty="0" err="1">
                <a:solidFill>
                  <a:srgbClr val="2B2E3C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</a:rPr>
              <a:t>создал</a:t>
            </a:r>
            <a:r>
              <a:rPr lang="en-US" sz="1600" spc="-18" dirty="0">
                <a:solidFill>
                  <a:srgbClr val="2B2E3C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</a:rPr>
              <a:t> </a:t>
            </a:r>
            <a:r>
              <a:rPr lang="en-US" sz="1600" spc="-18" dirty="0" err="1">
                <a:solidFill>
                  <a:srgbClr val="2B2E3C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</a:rPr>
              <a:t>продукт</a:t>
            </a:r>
            <a:r>
              <a:rPr lang="en-US" sz="1600" spc="-18" dirty="0">
                <a:solidFill>
                  <a:srgbClr val="2B2E3C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</a:rPr>
              <a:t>, </a:t>
            </a:r>
            <a:r>
              <a:rPr lang="en-US" sz="1600" spc="-18" dirty="0" err="1">
                <a:solidFill>
                  <a:srgbClr val="2B2E3C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</a:rPr>
              <a:t>изменивший</a:t>
            </a:r>
            <a:r>
              <a:rPr lang="en-US" sz="1600" spc="-18" dirty="0">
                <a:solidFill>
                  <a:srgbClr val="2B2E3C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</a:rPr>
              <a:t> </a:t>
            </a:r>
            <a:r>
              <a:rPr lang="en-US" sz="1600" spc="-18" dirty="0" err="1">
                <a:solidFill>
                  <a:srgbClr val="2B2E3C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</a:rPr>
              <a:t>общение</a:t>
            </a:r>
            <a:r>
              <a:rPr lang="en-US" sz="1600" spc="-18" dirty="0">
                <a:solidFill>
                  <a:srgbClr val="2B2E3C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</a:rPr>
              <a:t> в </a:t>
            </a:r>
            <a:r>
              <a:rPr lang="en-US" sz="1600" spc="-18" dirty="0" err="1">
                <a:solidFill>
                  <a:srgbClr val="2B2E3C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</a:rPr>
              <a:t>интернете</a:t>
            </a:r>
            <a:r>
              <a:rPr lang="en-US" sz="1600" spc="-18" dirty="0">
                <a:solidFill>
                  <a:srgbClr val="2B2E3C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</a:rPr>
              <a:t>. </a:t>
            </a:r>
            <a:r>
              <a:rPr lang="en-US" sz="1600" spc="-18" dirty="0" err="1">
                <a:solidFill>
                  <a:srgbClr val="2B2E3C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</a:rPr>
              <a:t>Центральные</a:t>
            </a:r>
            <a:r>
              <a:rPr lang="en-US" sz="1600" spc="-18" dirty="0">
                <a:solidFill>
                  <a:srgbClr val="2B2E3C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</a:rPr>
              <a:t> </a:t>
            </a:r>
            <a:r>
              <a:rPr lang="en-US" sz="1600" spc="-18" dirty="0" err="1">
                <a:solidFill>
                  <a:srgbClr val="2B2E3C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</a:rPr>
              <a:t>элементы</a:t>
            </a:r>
            <a:r>
              <a:rPr lang="en-US" sz="1600" spc="-18" dirty="0">
                <a:solidFill>
                  <a:srgbClr val="2B2E3C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</a:rPr>
              <a:t>: </a:t>
            </a:r>
            <a:r>
              <a:rPr lang="en-US" sz="1600" spc="-18" dirty="0" err="1">
                <a:solidFill>
                  <a:srgbClr val="2B2E3C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</a:rPr>
              <a:t>идея</a:t>
            </a:r>
            <a:r>
              <a:rPr lang="en-US" sz="1600" spc="-18" dirty="0">
                <a:solidFill>
                  <a:srgbClr val="2B2E3C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</a:rPr>
              <a:t>, </a:t>
            </a:r>
            <a:r>
              <a:rPr lang="en-US" sz="1600" spc="-18" dirty="0" err="1">
                <a:solidFill>
                  <a:srgbClr val="2B2E3C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</a:rPr>
              <a:t>быстрый</a:t>
            </a:r>
            <a:r>
              <a:rPr lang="en-US" sz="1600" spc="-18" dirty="0">
                <a:solidFill>
                  <a:srgbClr val="2B2E3C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</a:rPr>
              <a:t> </a:t>
            </a:r>
            <a:r>
              <a:rPr lang="en-US" sz="1600" spc="-18" dirty="0" err="1">
                <a:solidFill>
                  <a:srgbClr val="2B2E3C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</a:rPr>
              <a:t>рост</a:t>
            </a:r>
            <a:r>
              <a:rPr lang="en-US" sz="1600" spc="-18" dirty="0">
                <a:solidFill>
                  <a:srgbClr val="2B2E3C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</a:rPr>
              <a:t> </a:t>
            </a:r>
            <a:r>
              <a:rPr lang="en-US" sz="1600" spc="-18" dirty="0" err="1">
                <a:solidFill>
                  <a:srgbClr val="2B2E3C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</a:rPr>
              <a:t>проекта</a:t>
            </a:r>
            <a:r>
              <a:rPr lang="en-US" sz="1600" spc="-18" dirty="0">
                <a:solidFill>
                  <a:srgbClr val="2B2E3C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</a:rPr>
              <a:t>, </a:t>
            </a:r>
            <a:r>
              <a:rPr lang="en-US" sz="1600" spc="-18" dirty="0" err="1">
                <a:solidFill>
                  <a:srgbClr val="2B2E3C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</a:rPr>
              <a:t>личные</a:t>
            </a:r>
            <a:r>
              <a:rPr lang="en-US" sz="1600" spc="-18" dirty="0">
                <a:solidFill>
                  <a:srgbClr val="2B2E3C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</a:rPr>
              <a:t> и </a:t>
            </a:r>
            <a:r>
              <a:rPr lang="en-US" sz="1600" spc="-18" dirty="0" err="1">
                <a:solidFill>
                  <a:srgbClr val="2B2E3C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</a:rPr>
              <a:t>юридические</a:t>
            </a:r>
            <a:r>
              <a:rPr lang="en-US" sz="1600" spc="-18" dirty="0">
                <a:solidFill>
                  <a:srgbClr val="2B2E3C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</a:rPr>
              <a:t> </a:t>
            </a:r>
            <a:r>
              <a:rPr lang="en-US" sz="1600" spc="-18" dirty="0" err="1">
                <a:solidFill>
                  <a:srgbClr val="2B2E3C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</a:rPr>
              <a:t>конфликты</a:t>
            </a:r>
            <a:r>
              <a:rPr lang="en-US" sz="1600" spc="-18" dirty="0">
                <a:solidFill>
                  <a:srgbClr val="2B2E3C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</a:rPr>
              <a:t>. </a:t>
            </a:r>
            <a:r>
              <a:rPr lang="en-US" sz="1600" spc="-18" dirty="0" err="1">
                <a:solidFill>
                  <a:srgbClr val="2B2E3C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</a:rPr>
              <a:t>Завязка</a:t>
            </a:r>
            <a:r>
              <a:rPr lang="en-US" sz="1600" spc="-18" dirty="0">
                <a:solidFill>
                  <a:srgbClr val="2B2E3C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</a:rPr>
              <a:t> </a:t>
            </a:r>
            <a:r>
              <a:rPr lang="en-US" sz="1600" spc="-18" dirty="0" err="1">
                <a:solidFill>
                  <a:srgbClr val="2B2E3C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</a:rPr>
              <a:t>строится</a:t>
            </a:r>
            <a:r>
              <a:rPr lang="en-US" sz="1600" spc="-18" dirty="0">
                <a:solidFill>
                  <a:srgbClr val="2B2E3C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</a:rPr>
              <a:t> </a:t>
            </a:r>
            <a:r>
              <a:rPr lang="en-US" sz="1600" spc="-18" dirty="0" err="1">
                <a:solidFill>
                  <a:srgbClr val="2B2E3C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</a:rPr>
              <a:t>вокруг</a:t>
            </a:r>
            <a:r>
              <a:rPr lang="en-US" sz="1600" spc="-18" dirty="0">
                <a:solidFill>
                  <a:srgbClr val="2B2E3C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</a:rPr>
              <a:t> </a:t>
            </a:r>
            <a:r>
              <a:rPr lang="en-US" sz="1600" spc="-18" dirty="0" err="1">
                <a:solidFill>
                  <a:srgbClr val="2B2E3C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</a:rPr>
              <a:t>возникновения</a:t>
            </a:r>
            <a:r>
              <a:rPr lang="en-US" sz="1600" spc="-18" dirty="0">
                <a:solidFill>
                  <a:srgbClr val="2B2E3C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</a:rPr>
              <a:t> </a:t>
            </a:r>
            <a:r>
              <a:rPr lang="en-US" sz="1600" spc="-18" dirty="0" err="1">
                <a:solidFill>
                  <a:srgbClr val="2B2E3C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</a:rPr>
              <a:t>идеи</a:t>
            </a:r>
            <a:r>
              <a:rPr lang="en-US" sz="1600" spc="-18" dirty="0">
                <a:solidFill>
                  <a:srgbClr val="2B2E3C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</a:rPr>
              <a:t> и </a:t>
            </a:r>
            <a:r>
              <a:rPr lang="en-US" sz="1600" spc="-18" dirty="0" err="1">
                <a:solidFill>
                  <a:srgbClr val="2B2E3C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</a:rPr>
              <a:t>первых</a:t>
            </a:r>
            <a:r>
              <a:rPr lang="en-US" sz="1600" spc="-18" dirty="0">
                <a:solidFill>
                  <a:srgbClr val="2B2E3C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</a:rPr>
              <a:t> </a:t>
            </a:r>
            <a:r>
              <a:rPr lang="en-US" sz="1600" spc="-18" dirty="0" err="1">
                <a:solidFill>
                  <a:srgbClr val="2B2E3C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</a:rPr>
              <a:t>технических</a:t>
            </a:r>
            <a:r>
              <a:rPr lang="en-US" sz="1600" spc="-18" dirty="0">
                <a:solidFill>
                  <a:srgbClr val="2B2E3C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</a:rPr>
              <a:t>/</a:t>
            </a:r>
            <a:r>
              <a:rPr lang="en-US" sz="1600" spc="-18" dirty="0" err="1">
                <a:solidFill>
                  <a:srgbClr val="2B2E3C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</a:rPr>
              <a:t>социальных</a:t>
            </a:r>
            <a:r>
              <a:rPr lang="en-US" sz="1600" spc="-18" dirty="0">
                <a:solidFill>
                  <a:srgbClr val="2B2E3C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</a:rPr>
              <a:t> </a:t>
            </a:r>
            <a:r>
              <a:rPr lang="en-US" sz="1600" spc="-18" dirty="0" err="1">
                <a:solidFill>
                  <a:srgbClr val="2B2E3C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</a:rPr>
              <a:t>решений</a:t>
            </a:r>
            <a:r>
              <a:rPr lang="en-US" sz="1600" spc="-18" dirty="0">
                <a:solidFill>
                  <a:srgbClr val="2B2E3C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</a:rPr>
              <a:t>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ct val="106000"/>
              </a:lnSpc>
              <a:buNone/>
              <a:defRPr/>
            </a:pPr>
            <a:r>
              <a:rPr lang="en-US" sz="1600" spc="-18" dirty="0" err="1">
                <a:solidFill>
                  <a:srgbClr val="2B2E3C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</a:rPr>
              <a:t>Фокус</a:t>
            </a:r>
            <a:r>
              <a:rPr lang="en-US" sz="1600" spc="-18" dirty="0">
                <a:solidFill>
                  <a:srgbClr val="2B2E3C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</a:rPr>
              <a:t> — </a:t>
            </a:r>
            <a:r>
              <a:rPr lang="en-US" sz="1600" spc="-18" dirty="0" err="1">
                <a:solidFill>
                  <a:srgbClr val="2B2E3C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</a:rPr>
              <a:t>не</a:t>
            </a:r>
            <a:r>
              <a:rPr lang="en-US" sz="1600" spc="-18" dirty="0">
                <a:solidFill>
                  <a:srgbClr val="2B2E3C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</a:rPr>
              <a:t> </a:t>
            </a:r>
            <a:r>
              <a:rPr lang="en-US" sz="1600" spc="-18" dirty="0" err="1">
                <a:solidFill>
                  <a:srgbClr val="2B2E3C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</a:rPr>
              <a:t>только</a:t>
            </a:r>
            <a:r>
              <a:rPr lang="en-US" sz="1600" spc="-18" dirty="0">
                <a:solidFill>
                  <a:srgbClr val="2B2E3C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</a:rPr>
              <a:t> </a:t>
            </a:r>
            <a:r>
              <a:rPr lang="en-US" sz="1600" spc="-18" dirty="0" err="1">
                <a:solidFill>
                  <a:srgbClr val="2B2E3C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</a:rPr>
              <a:t>на</a:t>
            </a:r>
            <a:r>
              <a:rPr lang="en-US" sz="1600" spc="-18" dirty="0">
                <a:solidFill>
                  <a:srgbClr val="2B2E3C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</a:rPr>
              <a:t> </a:t>
            </a:r>
            <a:r>
              <a:rPr lang="en-US" sz="1600" spc="-18" dirty="0" err="1">
                <a:solidFill>
                  <a:srgbClr val="2B2E3C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</a:rPr>
              <a:t>успехе</a:t>
            </a:r>
            <a:r>
              <a:rPr lang="en-US" sz="1600" spc="-18" dirty="0">
                <a:solidFill>
                  <a:srgbClr val="2B2E3C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</a:rPr>
              <a:t>, </a:t>
            </a:r>
            <a:r>
              <a:rPr lang="en-US" sz="1600" spc="-18" dirty="0" err="1">
                <a:solidFill>
                  <a:srgbClr val="2B2E3C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</a:rPr>
              <a:t>но</a:t>
            </a:r>
            <a:r>
              <a:rPr lang="en-US" sz="1600" spc="-18" dirty="0">
                <a:solidFill>
                  <a:srgbClr val="2B2E3C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</a:rPr>
              <a:t> и </a:t>
            </a:r>
            <a:r>
              <a:rPr lang="en-US" sz="1600" spc="-18" dirty="0" err="1">
                <a:solidFill>
                  <a:srgbClr val="2B2E3C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</a:rPr>
              <a:t>на</a:t>
            </a:r>
            <a:r>
              <a:rPr lang="en-US" sz="1600" spc="-18" dirty="0">
                <a:solidFill>
                  <a:srgbClr val="2B2E3C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</a:rPr>
              <a:t> </a:t>
            </a:r>
            <a:r>
              <a:rPr lang="en-US" sz="1600" spc="-18" dirty="0" err="1">
                <a:solidFill>
                  <a:srgbClr val="2B2E3C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</a:rPr>
              <a:t>взаимоотношениях</a:t>
            </a:r>
            <a:r>
              <a:rPr lang="en-US" sz="1600" spc="-18" dirty="0">
                <a:solidFill>
                  <a:srgbClr val="2B2E3C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</a:rPr>
              <a:t>, </a:t>
            </a:r>
            <a:r>
              <a:rPr lang="en-US" sz="1600" spc="-18" dirty="0" err="1">
                <a:solidFill>
                  <a:srgbClr val="2B2E3C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</a:rPr>
              <a:t>предательстве</a:t>
            </a:r>
            <a:r>
              <a:rPr lang="en-US" sz="1600" spc="-18" dirty="0">
                <a:solidFill>
                  <a:srgbClr val="2B2E3C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</a:rPr>
              <a:t> и </a:t>
            </a:r>
            <a:r>
              <a:rPr lang="en-US" sz="1600" spc="-18" dirty="0" err="1">
                <a:solidFill>
                  <a:srgbClr val="2B2E3C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</a:rPr>
              <a:t>последствиях</a:t>
            </a:r>
            <a:r>
              <a:rPr lang="en-US" sz="1600" spc="-18" dirty="0">
                <a:solidFill>
                  <a:srgbClr val="2B2E3C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</a:rPr>
              <a:t> </a:t>
            </a:r>
            <a:r>
              <a:rPr lang="en-US" sz="1600" spc="-18" dirty="0" err="1">
                <a:solidFill>
                  <a:srgbClr val="2B2E3C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</a:rPr>
              <a:t>амбиций</a:t>
            </a:r>
            <a:r>
              <a:rPr lang="en-US" sz="1600" spc="-18" dirty="0">
                <a:solidFill>
                  <a:srgbClr val="2B2E3C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</a:rPr>
              <a:t>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28887430" name="Рисунок 528887429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9967760" y="6010274"/>
            <a:ext cx="2219325" cy="84772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 name="Slide 4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0" y="0"/>
            <a:ext cx="4571886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3"/>
          <a:srcRect l="1177" t="1538" b="1538"/>
          <a:stretch/>
        </p:blipFill>
        <p:spPr bwMode="auto">
          <a:xfrm>
            <a:off x="120301" y="2012949"/>
            <a:ext cx="4331283" cy="2832101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 bwMode="auto">
          <a:xfrm>
            <a:off x="5233360" y="1801217"/>
            <a:ext cx="6296860" cy="5990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  <a:defRPr/>
            </a:pPr>
            <a:r>
              <a:rPr lang="en-US" sz="2950" b="1" spc="-89" dirty="0" err="1">
                <a:solidFill>
                  <a:srgbClr val="2C3F42"/>
                </a:solidFill>
                <a:latin typeface="Times New Roman" panose="02020603050405020304" pitchFamily="18" charset="0"/>
                <a:ea typeface="Bitter Medium"/>
                <a:cs typeface="Times New Roman" panose="02020603050405020304" pitchFamily="18" charset="0"/>
              </a:rPr>
              <a:t>Исторический</a:t>
            </a:r>
            <a:r>
              <a:rPr lang="en-US" sz="2950" b="1" spc="-89" dirty="0">
                <a:solidFill>
                  <a:srgbClr val="2C3F42"/>
                </a:solidFill>
                <a:latin typeface="Times New Roman" panose="02020603050405020304" pitchFamily="18" charset="0"/>
                <a:ea typeface="Bitter Medium"/>
                <a:cs typeface="Times New Roman" panose="02020603050405020304" pitchFamily="18" charset="0"/>
              </a:rPr>
              <a:t> </a:t>
            </a:r>
            <a:r>
              <a:rPr lang="en-US" sz="2950" b="1" spc="-89" dirty="0" err="1">
                <a:solidFill>
                  <a:srgbClr val="2C3F42"/>
                </a:solidFill>
                <a:latin typeface="Times New Roman" panose="02020603050405020304" pitchFamily="18" charset="0"/>
                <a:ea typeface="Bitter Medium"/>
                <a:cs typeface="Times New Roman" panose="02020603050405020304" pitchFamily="18" charset="0"/>
              </a:rPr>
              <a:t>контекст</a:t>
            </a:r>
            <a:r>
              <a:rPr lang="en-US" sz="2950" b="1" spc="-89" dirty="0">
                <a:solidFill>
                  <a:srgbClr val="2C3F42"/>
                </a:solidFill>
                <a:latin typeface="Times New Roman" panose="02020603050405020304" pitchFamily="18" charset="0"/>
                <a:ea typeface="Bitter Medium"/>
                <a:cs typeface="Times New Roman" panose="02020603050405020304" pitchFamily="18" charset="0"/>
              </a:rPr>
              <a:t> и </a:t>
            </a:r>
            <a:r>
              <a:rPr lang="en-US" sz="2950" b="1" spc="-89" dirty="0" err="1">
                <a:solidFill>
                  <a:srgbClr val="2C3F42"/>
                </a:solidFill>
                <a:latin typeface="Times New Roman" panose="02020603050405020304" pitchFamily="18" charset="0"/>
                <a:ea typeface="Bitter Medium"/>
                <a:cs typeface="Times New Roman" panose="02020603050405020304" pitchFamily="18" charset="0"/>
              </a:rPr>
              <a:t>личности</a:t>
            </a:r>
            <a:endParaRPr lang="en-US" sz="295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1"/>
          <p:cNvSpPr/>
          <p:nvPr/>
        </p:nvSpPr>
        <p:spPr bwMode="auto">
          <a:xfrm>
            <a:off x="5233360" y="2743894"/>
            <a:ext cx="6361740" cy="27869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33000"/>
              </a:lnSpc>
              <a:spcAft>
                <a:spcPts val="1650"/>
              </a:spcAft>
              <a:buNone/>
              <a:defRPr/>
            </a:pPr>
            <a:r>
              <a:rPr lang="en-US" spc="-30" dirty="0" err="1">
                <a:solidFill>
                  <a:srgbClr val="2B2E3C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</a:rPr>
              <a:t>Действие</a:t>
            </a:r>
            <a:r>
              <a:rPr lang="en-US" spc="-30" dirty="0">
                <a:solidFill>
                  <a:srgbClr val="2B2E3C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</a:rPr>
              <a:t> </a:t>
            </a:r>
            <a:r>
              <a:rPr lang="en-US" spc="-30" dirty="0" err="1">
                <a:solidFill>
                  <a:srgbClr val="2B2E3C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</a:rPr>
              <a:t>связано</a:t>
            </a:r>
            <a:r>
              <a:rPr lang="en-US" spc="-30" dirty="0">
                <a:solidFill>
                  <a:srgbClr val="2B2E3C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</a:rPr>
              <a:t> с </a:t>
            </a:r>
            <a:r>
              <a:rPr lang="en-US" spc="-30" dirty="0" err="1">
                <a:solidFill>
                  <a:srgbClr val="2B2E3C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</a:rPr>
              <a:t>реальными</a:t>
            </a:r>
            <a:r>
              <a:rPr lang="en-US" spc="-30" dirty="0">
                <a:solidFill>
                  <a:srgbClr val="2B2E3C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</a:rPr>
              <a:t> </a:t>
            </a:r>
            <a:r>
              <a:rPr lang="en-US" spc="-30" dirty="0" err="1">
                <a:solidFill>
                  <a:srgbClr val="2B2E3C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</a:rPr>
              <a:t>событиями</a:t>
            </a:r>
            <a:r>
              <a:rPr lang="en-US" spc="-30" dirty="0">
                <a:solidFill>
                  <a:srgbClr val="2B2E3C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</a:rPr>
              <a:t>: </a:t>
            </a:r>
            <a:r>
              <a:rPr lang="en-US" spc="-30" dirty="0" err="1">
                <a:solidFill>
                  <a:srgbClr val="2B2E3C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</a:rPr>
              <a:t>создание</a:t>
            </a:r>
            <a:r>
              <a:rPr lang="en-US" spc="-30" dirty="0">
                <a:solidFill>
                  <a:srgbClr val="2B2E3C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</a:rPr>
              <a:t> Facebook в </a:t>
            </a:r>
            <a:r>
              <a:rPr lang="en-US" spc="-30" dirty="0" err="1">
                <a:solidFill>
                  <a:srgbClr val="2B2E3C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</a:rPr>
              <a:t>начале</a:t>
            </a:r>
            <a:r>
              <a:rPr lang="en-US" spc="-30" dirty="0">
                <a:solidFill>
                  <a:srgbClr val="2B2E3C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</a:rPr>
              <a:t> 2000-х, </a:t>
            </a:r>
            <a:r>
              <a:rPr lang="en-US" spc="-30" dirty="0" err="1">
                <a:solidFill>
                  <a:srgbClr val="2B2E3C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</a:rPr>
              <a:t>кампус</a:t>
            </a:r>
            <a:r>
              <a:rPr lang="en-US" spc="-30" dirty="0">
                <a:solidFill>
                  <a:srgbClr val="2B2E3C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</a:rPr>
              <a:t> </a:t>
            </a:r>
            <a:r>
              <a:rPr lang="en-US" spc="-30" dirty="0" err="1">
                <a:solidFill>
                  <a:srgbClr val="2B2E3C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</a:rPr>
              <a:t>Гарварда</a:t>
            </a:r>
            <a:r>
              <a:rPr lang="en-US" spc="-30" dirty="0">
                <a:solidFill>
                  <a:srgbClr val="2B2E3C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</a:rPr>
              <a:t> и </a:t>
            </a:r>
            <a:r>
              <a:rPr lang="en-US" spc="-30" dirty="0" err="1">
                <a:solidFill>
                  <a:srgbClr val="2B2E3C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</a:rPr>
              <a:t>фигуры</a:t>
            </a:r>
            <a:r>
              <a:rPr lang="en-US" spc="-30" dirty="0">
                <a:solidFill>
                  <a:srgbClr val="2B2E3C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</a:rPr>
              <a:t>, </a:t>
            </a:r>
            <a:r>
              <a:rPr lang="en-US" spc="-30" dirty="0" err="1">
                <a:solidFill>
                  <a:srgbClr val="2B2E3C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</a:rPr>
              <a:t>близкие</a:t>
            </a:r>
            <a:r>
              <a:rPr lang="en-US" spc="-30" dirty="0">
                <a:solidFill>
                  <a:srgbClr val="2B2E3C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</a:rPr>
              <a:t> к </a:t>
            </a:r>
            <a:r>
              <a:rPr lang="en-US" spc="-30" dirty="0" err="1">
                <a:solidFill>
                  <a:srgbClr val="2B2E3C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</a:rPr>
              <a:t>основателям</a:t>
            </a:r>
            <a:r>
              <a:rPr lang="en-US" spc="-30" dirty="0">
                <a:solidFill>
                  <a:srgbClr val="2B2E3C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</a:rPr>
              <a:t> (</a:t>
            </a:r>
            <a:r>
              <a:rPr lang="en-US" spc="-30" dirty="0" err="1">
                <a:solidFill>
                  <a:srgbClr val="2B2E3C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</a:rPr>
              <a:t>прототипы</a:t>
            </a:r>
            <a:r>
              <a:rPr lang="en-US" spc="-30" dirty="0">
                <a:solidFill>
                  <a:srgbClr val="2B2E3C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</a:rPr>
              <a:t> </a:t>
            </a:r>
            <a:r>
              <a:rPr lang="en-US" spc="-30" dirty="0" err="1">
                <a:solidFill>
                  <a:srgbClr val="2B2E3C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</a:rPr>
              <a:t>главных</a:t>
            </a:r>
            <a:r>
              <a:rPr lang="en-US" spc="-30" dirty="0">
                <a:solidFill>
                  <a:srgbClr val="2B2E3C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</a:rPr>
              <a:t> </a:t>
            </a:r>
            <a:r>
              <a:rPr lang="en-US" spc="-30" dirty="0" err="1">
                <a:solidFill>
                  <a:srgbClr val="2B2E3C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</a:rPr>
              <a:t>персонажей</a:t>
            </a:r>
            <a:r>
              <a:rPr lang="en-US" spc="-30" dirty="0">
                <a:solidFill>
                  <a:srgbClr val="2B2E3C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</a:rPr>
              <a:t> — </a:t>
            </a:r>
            <a:r>
              <a:rPr lang="en-US" spc="-30" dirty="0" err="1">
                <a:solidFill>
                  <a:srgbClr val="2B2E3C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</a:rPr>
              <a:t>Марк</a:t>
            </a:r>
            <a:r>
              <a:rPr lang="en-US" spc="-30" dirty="0">
                <a:solidFill>
                  <a:srgbClr val="2B2E3C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</a:rPr>
              <a:t> </a:t>
            </a:r>
            <a:r>
              <a:rPr lang="en-US" spc="-30" dirty="0" err="1">
                <a:solidFill>
                  <a:srgbClr val="2B2E3C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</a:rPr>
              <a:t>Цукерберг</a:t>
            </a:r>
            <a:r>
              <a:rPr lang="en-US" spc="-30" dirty="0">
                <a:solidFill>
                  <a:srgbClr val="2B2E3C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</a:rPr>
              <a:t>, </a:t>
            </a:r>
            <a:r>
              <a:rPr lang="en-US" spc="-30" dirty="0" err="1">
                <a:solidFill>
                  <a:srgbClr val="2B2E3C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</a:rPr>
              <a:t>сооснователи</a:t>
            </a:r>
            <a:r>
              <a:rPr lang="en-US" spc="-30" dirty="0">
                <a:solidFill>
                  <a:srgbClr val="2B2E3C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</a:rPr>
              <a:t> и </a:t>
            </a:r>
            <a:r>
              <a:rPr lang="en-US" spc="-30" dirty="0" err="1">
                <a:solidFill>
                  <a:srgbClr val="2B2E3C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</a:rPr>
              <a:t>первые</a:t>
            </a:r>
            <a:r>
              <a:rPr lang="en-US" spc="-30" dirty="0">
                <a:solidFill>
                  <a:srgbClr val="2B2E3C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</a:rPr>
              <a:t> </a:t>
            </a:r>
            <a:r>
              <a:rPr lang="en-US" spc="-30" dirty="0" err="1">
                <a:solidFill>
                  <a:srgbClr val="2B2E3C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</a:rPr>
              <a:t>инвесторы</a:t>
            </a:r>
            <a:r>
              <a:rPr lang="en-US" spc="-30" dirty="0">
                <a:solidFill>
                  <a:srgbClr val="2B2E3C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</a:rPr>
              <a:t>).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ct val="133000"/>
              </a:lnSpc>
              <a:buNone/>
              <a:defRPr/>
            </a:pPr>
            <a:r>
              <a:rPr lang="en-US" spc="-30" dirty="0" err="1">
                <a:solidFill>
                  <a:srgbClr val="2B2E3C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</a:rPr>
              <a:t>Фильм</a:t>
            </a:r>
            <a:r>
              <a:rPr lang="en-US" spc="-30" dirty="0">
                <a:solidFill>
                  <a:srgbClr val="2B2E3C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</a:rPr>
              <a:t> </a:t>
            </a:r>
            <a:r>
              <a:rPr lang="en-US" spc="-30" dirty="0" err="1">
                <a:solidFill>
                  <a:srgbClr val="2B2E3C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</a:rPr>
              <a:t>опирается</a:t>
            </a:r>
            <a:r>
              <a:rPr lang="en-US" spc="-30" dirty="0">
                <a:solidFill>
                  <a:srgbClr val="2B2E3C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</a:rPr>
              <a:t> </a:t>
            </a:r>
            <a:r>
              <a:rPr lang="en-US" spc="-30" dirty="0" err="1">
                <a:solidFill>
                  <a:srgbClr val="2B2E3C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</a:rPr>
              <a:t>на</a:t>
            </a:r>
            <a:r>
              <a:rPr lang="en-US" spc="-30" dirty="0">
                <a:solidFill>
                  <a:srgbClr val="2B2E3C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</a:rPr>
              <a:t> </a:t>
            </a:r>
            <a:r>
              <a:rPr lang="en-US" spc="-30" dirty="0" err="1">
                <a:solidFill>
                  <a:srgbClr val="2B2E3C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</a:rPr>
              <a:t>реальные</a:t>
            </a:r>
            <a:r>
              <a:rPr lang="en-US" spc="-30" dirty="0">
                <a:solidFill>
                  <a:srgbClr val="2B2E3C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</a:rPr>
              <a:t> </a:t>
            </a:r>
            <a:r>
              <a:rPr lang="en-US" spc="-30" dirty="0" err="1">
                <a:solidFill>
                  <a:srgbClr val="2B2E3C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</a:rPr>
              <a:t>судебные</a:t>
            </a:r>
            <a:r>
              <a:rPr lang="en-US" spc="-30" dirty="0">
                <a:solidFill>
                  <a:srgbClr val="2B2E3C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</a:rPr>
              <a:t> </a:t>
            </a:r>
            <a:r>
              <a:rPr lang="en-US" spc="-30" dirty="0" err="1">
                <a:solidFill>
                  <a:srgbClr val="2B2E3C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</a:rPr>
              <a:t>иска</a:t>
            </a:r>
            <a:r>
              <a:rPr lang="en-US" spc="-30" dirty="0">
                <a:solidFill>
                  <a:srgbClr val="2B2E3C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</a:rPr>
              <a:t>, </a:t>
            </a:r>
            <a:r>
              <a:rPr lang="en-US" spc="-30" dirty="0" err="1">
                <a:solidFill>
                  <a:srgbClr val="2B2E3C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</a:rPr>
              <a:t>публичные</a:t>
            </a:r>
            <a:r>
              <a:rPr lang="en-US" spc="-30" dirty="0">
                <a:solidFill>
                  <a:srgbClr val="2B2E3C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</a:rPr>
              <a:t> </a:t>
            </a:r>
            <a:r>
              <a:rPr lang="en-US" spc="-30" dirty="0" err="1">
                <a:solidFill>
                  <a:srgbClr val="2B2E3C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</a:rPr>
              <a:t>интервью</a:t>
            </a:r>
            <a:r>
              <a:rPr lang="en-US" spc="-30" dirty="0">
                <a:solidFill>
                  <a:srgbClr val="2B2E3C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</a:rPr>
              <a:t> и </a:t>
            </a:r>
            <a:r>
              <a:rPr lang="en-US" spc="-30" dirty="0" err="1">
                <a:solidFill>
                  <a:srgbClr val="2B2E3C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</a:rPr>
              <a:t>книгу</a:t>
            </a:r>
            <a:r>
              <a:rPr lang="en-US" spc="-30" dirty="0">
                <a:solidFill>
                  <a:srgbClr val="2B2E3C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</a:rPr>
              <a:t> </a:t>
            </a:r>
            <a:r>
              <a:rPr lang="en-US" spc="-30" dirty="0" err="1">
                <a:solidFill>
                  <a:srgbClr val="2B2E3C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</a:rPr>
              <a:t>Бена</a:t>
            </a:r>
            <a:r>
              <a:rPr lang="en-US" spc="-30" dirty="0">
                <a:solidFill>
                  <a:srgbClr val="2B2E3C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</a:rPr>
              <a:t> </a:t>
            </a:r>
            <a:r>
              <a:rPr lang="en-US" spc="-30" dirty="0" err="1">
                <a:solidFill>
                  <a:srgbClr val="2B2E3C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</a:rPr>
              <a:t>Мезрича</a:t>
            </a:r>
            <a:r>
              <a:rPr lang="en-US" spc="-30" dirty="0">
                <a:solidFill>
                  <a:srgbClr val="2B2E3C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</a:rPr>
              <a:t>, </a:t>
            </a:r>
            <a:r>
              <a:rPr lang="en-US" spc="-30" dirty="0" err="1">
                <a:solidFill>
                  <a:srgbClr val="2B2E3C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</a:rPr>
              <a:t>ставшую</a:t>
            </a:r>
            <a:r>
              <a:rPr lang="en-US" spc="-30" dirty="0">
                <a:solidFill>
                  <a:srgbClr val="2B2E3C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</a:rPr>
              <a:t> </a:t>
            </a:r>
            <a:r>
              <a:rPr lang="en-US" spc="-30" dirty="0" err="1">
                <a:solidFill>
                  <a:srgbClr val="2B2E3C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</a:rPr>
              <a:t>источником</a:t>
            </a:r>
            <a:r>
              <a:rPr lang="en-US" spc="-30" dirty="0">
                <a:solidFill>
                  <a:srgbClr val="2B2E3C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</a:rPr>
              <a:t> </a:t>
            </a:r>
            <a:r>
              <a:rPr lang="en-US" spc="-30" dirty="0" err="1">
                <a:solidFill>
                  <a:srgbClr val="2B2E3C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</a:rPr>
              <a:t>для</a:t>
            </a:r>
            <a:r>
              <a:rPr lang="en-US" spc="-30" dirty="0">
                <a:solidFill>
                  <a:srgbClr val="2B2E3C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</a:rPr>
              <a:t> </a:t>
            </a:r>
            <a:r>
              <a:rPr lang="en-US" spc="-30" dirty="0" err="1">
                <a:solidFill>
                  <a:srgbClr val="2B2E3C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</a:rPr>
              <a:t>сценария</a:t>
            </a:r>
            <a:r>
              <a:rPr lang="en-US" spc="-30" dirty="0">
                <a:solidFill>
                  <a:srgbClr val="2B2E3C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</a:rPr>
              <a:t>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588042503" name="Рисунок 1588042502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>
            <a:off x="9967760" y="6010274"/>
            <a:ext cx="2219325" cy="84772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 name="Slide 5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 bwMode="auto">
          <a:xfrm>
            <a:off x="661475" y="1408212"/>
            <a:ext cx="9169171" cy="472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  <a:defRPr/>
            </a:pPr>
            <a:r>
              <a:rPr lang="en-US" sz="2950" b="1" spc="-89" dirty="0" err="1">
                <a:solidFill>
                  <a:srgbClr val="2C3F42"/>
                </a:solidFill>
                <a:latin typeface="Times New Roman" panose="02020603050405020304" pitchFamily="18" charset="0"/>
                <a:ea typeface="Bitter Medium"/>
                <a:cs typeface="Times New Roman" panose="02020603050405020304" pitchFamily="18" charset="0"/>
              </a:rPr>
              <a:t>Отличия</a:t>
            </a:r>
            <a:r>
              <a:rPr lang="en-US" sz="2950" b="1" spc="-89" dirty="0">
                <a:solidFill>
                  <a:srgbClr val="2C3F42"/>
                </a:solidFill>
                <a:latin typeface="Times New Roman" panose="02020603050405020304" pitchFamily="18" charset="0"/>
                <a:ea typeface="Bitter Medium"/>
                <a:cs typeface="Times New Roman" panose="02020603050405020304" pitchFamily="18" charset="0"/>
              </a:rPr>
              <a:t> </a:t>
            </a:r>
            <a:r>
              <a:rPr lang="en-US" sz="2950" b="1" spc="-89" dirty="0" err="1">
                <a:solidFill>
                  <a:srgbClr val="2C3F42"/>
                </a:solidFill>
                <a:latin typeface="Times New Roman" panose="02020603050405020304" pitchFamily="18" charset="0"/>
                <a:ea typeface="Bitter Medium"/>
                <a:cs typeface="Times New Roman" panose="02020603050405020304" pitchFamily="18" charset="0"/>
              </a:rPr>
              <a:t>от</a:t>
            </a:r>
            <a:r>
              <a:rPr lang="en-US" sz="2950" b="1" spc="-89" dirty="0">
                <a:solidFill>
                  <a:srgbClr val="2C3F42"/>
                </a:solidFill>
                <a:latin typeface="Times New Roman" panose="02020603050405020304" pitchFamily="18" charset="0"/>
                <a:ea typeface="Bitter Medium"/>
                <a:cs typeface="Times New Roman" panose="02020603050405020304" pitchFamily="18" charset="0"/>
              </a:rPr>
              <a:t> </a:t>
            </a:r>
            <a:r>
              <a:rPr lang="en-US" sz="2950" b="1" spc="-89" dirty="0" err="1">
                <a:solidFill>
                  <a:srgbClr val="2C3F42"/>
                </a:solidFill>
                <a:latin typeface="Times New Roman" panose="02020603050405020304" pitchFamily="18" charset="0"/>
                <a:ea typeface="Bitter Medium"/>
                <a:cs typeface="Times New Roman" panose="02020603050405020304" pitchFamily="18" charset="0"/>
              </a:rPr>
              <a:t>реальной</a:t>
            </a:r>
            <a:r>
              <a:rPr lang="en-US" sz="2950" b="1" spc="-89" dirty="0">
                <a:solidFill>
                  <a:srgbClr val="2C3F42"/>
                </a:solidFill>
                <a:latin typeface="Times New Roman" panose="02020603050405020304" pitchFamily="18" charset="0"/>
                <a:ea typeface="Bitter Medium"/>
                <a:cs typeface="Times New Roman" panose="02020603050405020304" pitchFamily="18" charset="0"/>
              </a:rPr>
              <a:t> </a:t>
            </a:r>
            <a:r>
              <a:rPr lang="en-US" sz="2950" b="1" spc="-89" dirty="0" err="1">
                <a:solidFill>
                  <a:srgbClr val="2C3F42"/>
                </a:solidFill>
                <a:latin typeface="Times New Roman" panose="02020603050405020304" pitchFamily="18" charset="0"/>
                <a:ea typeface="Bitter Medium"/>
                <a:cs typeface="Times New Roman" panose="02020603050405020304" pitchFamily="18" charset="0"/>
              </a:rPr>
              <a:t>истории</a:t>
            </a:r>
            <a:endParaRPr lang="en-US" sz="295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 bwMode="auto">
          <a:xfrm>
            <a:off x="661475" y="2069703"/>
            <a:ext cx="10330375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33000"/>
              </a:lnSpc>
              <a:buNone/>
              <a:defRPr/>
            </a:pPr>
            <a:r>
              <a:rPr lang="en-US" sz="1600" b="1" spc="-30" dirty="0" err="1">
                <a:solidFill>
                  <a:srgbClr val="50595B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</a:rPr>
              <a:t>Важно</a:t>
            </a:r>
            <a:r>
              <a:rPr lang="en-US" sz="1600" b="1" spc="-30" dirty="0">
                <a:solidFill>
                  <a:srgbClr val="50595B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</a:rPr>
              <a:t>: </a:t>
            </a:r>
            <a:r>
              <a:rPr lang="en-US" sz="1600" b="1" spc="-30" dirty="0" err="1">
                <a:solidFill>
                  <a:srgbClr val="50595B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</a:rPr>
              <a:t>фильм</a:t>
            </a:r>
            <a:r>
              <a:rPr lang="en-US" sz="1600" b="1" spc="-30" dirty="0">
                <a:solidFill>
                  <a:srgbClr val="50595B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</a:rPr>
              <a:t> </a:t>
            </a:r>
            <a:r>
              <a:rPr lang="en-US" sz="1600" b="1" spc="-30" dirty="0" err="1">
                <a:solidFill>
                  <a:srgbClr val="50595B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</a:rPr>
              <a:t>не</a:t>
            </a:r>
            <a:r>
              <a:rPr lang="en-US" sz="1600" b="1" spc="-30" dirty="0">
                <a:solidFill>
                  <a:srgbClr val="50595B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</a:rPr>
              <a:t> </a:t>
            </a:r>
            <a:r>
              <a:rPr lang="en-US" sz="1600" b="1" spc="-30" dirty="0" err="1">
                <a:solidFill>
                  <a:srgbClr val="50595B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</a:rPr>
              <a:t>претендует</a:t>
            </a:r>
            <a:r>
              <a:rPr lang="en-US" sz="1600" b="1" spc="-30" dirty="0">
                <a:solidFill>
                  <a:srgbClr val="50595B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</a:rPr>
              <a:t> </a:t>
            </a:r>
            <a:r>
              <a:rPr lang="en-US" sz="1600" b="1" spc="-30" dirty="0" err="1">
                <a:solidFill>
                  <a:srgbClr val="50595B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</a:rPr>
              <a:t>на</a:t>
            </a:r>
            <a:r>
              <a:rPr lang="en-US" sz="1600" b="1" spc="-30" dirty="0">
                <a:solidFill>
                  <a:srgbClr val="50595B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</a:rPr>
              <a:t> </a:t>
            </a:r>
            <a:r>
              <a:rPr lang="en-US" sz="1600" b="1" spc="-30" dirty="0" err="1">
                <a:solidFill>
                  <a:srgbClr val="50595B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</a:rPr>
              <a:t>документальную</a:t>
            </a:r>
            <a:r>
              <a:rPr lang="en-US" sz="1600" b="1" spc="-30" dirty="0">
                <a:solidFill>
                  <a:srgbClr val="50595B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</a:rPr>
              <a:t> </a:t>
            </a:r>
            <a:r>
              <a:rPr lang="en-US" sz="1600" b="1" spc="-30" dirty="0" err="1">
                <a:solidFill>
                  <a:srgbClr val="50595B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</a:rPr>
              <a:t>точность</a:t>
            </a:r>
            <a:r>
              <a:rPr lang="en-US" sz="1600" b="1" spc="-30" dirty="0">
                <a:solidFill>
                  <a:srgbClr val="50595B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</a:rPr>
              <a:t> — </a:t>
            </a:r>
            <a:r>
              <a:rPr lang="en-US" sz="1600" b="1" spc="-30" dirty="0" err="1">
                <a:solidFill>
                  <a:srgbClr val="50595B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</a:rPr>
              <a:t>это</a:t>
            </a:r>
            <a:r>
              <a:rPr lang="en-US" sz="1600" b="1" spc="-30" dirty="0">
                <a:solidFill>
                  <a:srgbClr val="50595B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</a:rPr>
              <a:t> </a:t>
            </a:r>
            <a:r>
              <a:rPr lang="en-US" sz="1600" b="1" spc="-30" dirty="0" err="1">
                <a:solidFill>
                  <a:srgbClr val="50595B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</a:rPr>
              <a:t>художественная</a:t>
            </a:r>
            <a:r>
              <a:rPr lang="en-US" sz="1600" b="1" spc="-30" dirty="0">
                <a:solidFill>
                  <a:srgbClr val="50595B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</a:rPr>
              <a:t> </a:t>
            </a:r>
            <a:r>
              <a:rPr lang="en-US" sz="1600" b="1" spc="-30" dirty="0" err="1">
                <a:solidFill>
                  <a:srgbClr val="50595B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</a:rPr>
              <a:t>версия</a:t>
            </a:r>
            <a:r>
              <a:rPr lang="en-US" sz="1600" b="1" spc="-30" dirty="0">
                <a:solidFill>
                  <a:srgbClr val="50595B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</a:rPr>
              <a:t> </a:t>
            </a:r>
            <a:r>
              <a:rPr lang="en-US" sz="1600" b="1" spc="-30" dirty="0" err="1">
                <a:solidFill>
                  <a:srgbClr val="50595B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</a:rPr>
              <a:t>на</a:t>
            </a:r>
            <a:r>
              <a:rPr lang="en-US" sz="1600" b="1" spc="-30" dirty="0">
                <a:solidFill>
                  <a:srgbClr val="50595B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</a:rPr>
              <a:t> </a:t>
            </a:r>
            <a:r>
              <a:rPr lang="en-US" sz="1600" b="1" spc="-30" dirty="0" err="1">
                <a:solidFill>
                  <a:srgbClr val="50595B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</a:rPr>
              <a:t>базе</a:t>
            </a:r>
            <a:r>
              <a:rPr lang="en-US" sz="1600" b="1" spc="-30" dirty="0">
                <a:solidFill>
                  <a:srgbClr val="50595B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</a:rPr>
              <a:t> </a:t>
            </a:r>
            <a:r>
              <a:rPr lang="en-US" sz="1600" b="1" spc="-30" dirty="0" err="1">
                <a:solidFill>
                  <a:srgbClr val="50595B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</a:rPr>
              <a:t>реальных</a:t>
            </a:r>
            <a:r>
              <a:rPr lang="en-US" sz="1600" b="1" spc="-30" dirty="0">
                <a:solidFill>
                  <a:srgbClr val="50595B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</a:rPr>
              <a:t> </a:t>
            </a:r>
            <a:r>
              <a:rPr lang="en-US" sz="1600" b="1" spc="-30" dirty="0" err="1">
                <a:solidFill>
                  <a:srgbClr val="50595B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</a:rPr>
              <a:t>фактов</a:t>
            </a:r>
            <a:r>
              <a:rPr lang="en-US" sz="1600" b="1" spc="-30" dirty="0">
                <a:solidFill>
                  <a:srgbClr val="50595B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</a:rPr>
              <a:t>.</a:t>
            </a:r>
            <a:endParaRPr lang="en-US" sz="1600" b="1" dirty="0">
              <a:solidFill>
                <a:srgbClr val="50595B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661475" y="3057227"/>
            <a:ext cx="3496877" cy="2581573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 bwMode="auto">
          <a:xfrm>
            <a:off x="2296410" y="3199011"/>
            <a:ext cx="226808" cy="28346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  <a:defRPr/>
            </a:pPr>
            <a:r>
              <a:rPr lang="en-US" sz="1750" spc="-45" dirty="0">
                <a:solidFill>
                  <a:srgbClr val="FFFFFF"/>
                </a:solidFill>
                <a:latin typeface="Times New Roman" panose="02020603050405020304" pitchFamily="18" charset="0"/>
                <a:ea typeface="Bitter Medium"/>
                <a:cs typeface="Times New Roman" panose="02020603050405020304" pitchFamily="18" charset="0"/>
              </a:rPr>
              <a:t>1</a:t>
            </a:r>
            <a:endParaRPr lang="en-US" sz="1750" dirty="0">
              <a:cs typeface="Times New Roman" panose="02020603050405020304" pitchFamily="18" charset="0"/>
            </a:endParaRPr>
          </a:p>
        </p:txBody>
      </p:sp>
      <p:sp>
        <p:nvSpPr>
          <p:cNvPr id="6" name="Text 3"/>
          <p:cNvSpPr/>
          <p:nvPr/>
        </p:nvSpPr>
        <p:spPr bwMode="auto">
          <a:xfrm>
            <a:off x="875881" y="3813175"/>
            <a:ext cx="3068065" cy="295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  <a:defRPr/>
            </a:pPr>
            <a:r>
              <a:rPr lang="en-US" sz="1850" spc="-56" dirty="0" err="1">
                <a:solidFill>
                  <a:srgbClr val="2B2E3C"/>
                </a:solidFill>
                <a:latin typeface="Times New Roman" panose="02020603050405020304" pitchFamily="18" charset="0"/>
                <a:ea typeface="Bitter Medium"/>
                <a:cs typeface="Times New Roman" panose="02020603050405020304" pitchFamily="18" charset="0"/>
              </a:rPr>
              <a:t>Упрощение</a:t>
            </a:r>
            <a:r>
              <a:rPr lang="en-US" sz="1850" spc="-56" dirty="0">
                <a:solidFill>
                  <a:srgbClr val="2B2E3C"/>
                </a:solidFill>
                <a:latin typeface="Times New Roman" panose="02020603050405020304" pitchFamily="18" charset="0"/>
                <a:ea typeface="Bitter Medium"/>
                <a:cs typeface="Times New Roman" panose="02020603050405020304" pitchFamily="18" charset="0"/>
              </a:rPr>
              <a:t> </a:t>
            </a:r>
            <a:r>
              <a:rPr lang="en-US" sz="1850" spc="-56" dirty="0" err="1">
                <a:solidFill>
                  <a:srgbClr val="2B2E3C"/>
                </a:solidFill>
                <a:latin typeface="Times New Roman" panose="02020603050405020304" pitchFamily="18" charset="0"/>
                <a:ea typeface="Bitter Medium"/>
                <a:cs typeface="Times New Roman" panose="02020603050405020304" pitchFamily="18" charset="0"/>
              </a:rPr>
              <a:t>хронологии</a:t>
            </a:r>
            <a:endParaRPr lang="en-US" sz="18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4"/>
          <p:cNvSpPr/>
          <p:nvPr/>
        </p:nvSpPr>
        <p:spPr bwMode="auto">
          <a:xfrm>
            <a:off x="989185" y="4517132"/>
            <a:ext cx="3017665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  <a:defRPr/>
            </a:pPr>
            <a:r>
              <a:rPr lang="en-US" sz="1450" b="1" spc="-30" dirty="0" err="1">
                <a:solidFill>
                  <a:srgbClr val="2B2E3C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</a:rPr>
              <a:t>События</a:t>
            </a:r>
            <a:r>
              <a:rPr lang="en-US" sz="1450" b="1" spc="-30" dirty="0">
                <a:solidFill>
                  <a:srgbClr val="2B2E3C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</a:rPr>
              <a:t> </a:t>
            </a:r>
            <a:r>
              <a:rPr lang="en-US" sz="1450" b="1" spc="-30" dirty="0" err="1">
                <a:solidFill>
                  <a:srgbClr val="2B2E3C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</a:rPr>
              <a:t>объединены</a:t>
            </a:r>
            <a:r>
              <a:rPr lang="en-US" sz="1450" b="1" spc="-30" dirty="0">
                <a:solidFill>
                  <a:srgbClr val="2B2E3C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</a:rPr>
              <a:t> и </a:t>
            </a:r>
            <a:r>
              <a:rPr lang="en-US" sz="1450" b="1" spc="-30" dirty="0" err="1">
                <a:solidFill>
                  <a:srgbClr val="2B2E3C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</a:rPr>
              <a:t>переставлены</a:t>
            </a:r>
            <a:r>
              <a:rPr lang="en-US" sz="1450" b="1" spc="-30" dirty="0">
                <a:solidFill>
                  <a:srgbClr val="2B2E3C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</a:rPr>
              <a:t> </a:t>
            </a:r>
            <a:r>
              <a:rPr lang="en-US" sz="1450" b="1" spc="-30" dirty="0" err="1">
                <a:solidFill>
                  <a:srgbClr val="2B2E3C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</a:rPr>
              <a:t>для</a:t>
            </a:r>
            <a:r>
              <a:rPr lang="en-US" sz="1450" b="1" spc="-30" dirty="0">
                <a:solidFill>
                  <a:srgbClr val="2B2E3C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</a:rPr>
              <a:t> </a:t>
            </a:r>
            <a:r>
              <a:rPr lang="en-US" sz="1450" b="1" spc="-30" dirty="0" err="1">
                <a:solidFill>
                  <a:srgbClr val="2B2E3C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</a:rPr>
              <a:t>драматичного</a:t>
            </a:r>
            <a:r>
              <a:rPr lang="en-US" sz="1450" b="1" spc="-30" dirty="0">
                <a:solidFill>
                  <a:srgbClr val="2B2E3C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</a:rPr>
              <a:t> </a:t>
            </a:r>
            <a:r>
              <a:rPr lang="en-US" sz="1450" b="1" spc="-30" dirty="0" err="1">
                <a:solidFill>
                  <a:srgbClr val="2B2E3C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</a:rPr>
              <a:t>эффекта</a:t>
            </a:r>
            <a:r>
              <a:rPr lang="en-US" sz="1450" b="1" spc="-30" dirty="0">
                <a:solidFill>
                  <a:srgbClr val="2B2E3C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</a:rPr>
              <a:t>.</a:t>
            </a:r>
            <a:endParaRPr lang="en-US" sz="145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4347359" y="3057227"/>
            <a:ext cx="3496877" cy="2581573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 bwMode="auto">
          <a:xfrm>
            <a:off x="5982294" y="3199011"/>
            <a:ext cx="226808" cy="28346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  <a:defRPr/>
            </a:pPr>
            <a:r>
              <a:rPr lang="en-US" sz="1750" spc="-45" dirty="0">
                <a:solidFill>
                  <a:srgbClr val="FFFFFF"/>
                </a:solidFill>
                <a:latin typeface="Times New Roman" panose="02020603050405020304" pitchFamily="18" charset="0"/>
                <a:ea typeface="Bitter Medium"/>
                <a:cs typeface="Times New Roman" panose="02020603050405020304" pitchFamily="18" charset="0"/>
              </a:rPr>
              <a:t>2</a:t>
            </a:r>
            <a:endParaRPr lang="en-US" sz="1750" dirty="0">
              <a:cs typeface="Times New Roman" panose="02020603050405020304" pitchFamily="18" charset="0"/>
            </a:endParaRPr>
          </a:p>
        </p:txBody>
      </p:sp>
      <p:sp>
        <p:nvSpPr>
          <p:cNvPr id="10" name="Text 6"/>
          <p:cNvSpPr/>
          <p:nvPr/>
        </p:nvSpPr>
        <p:spPr bwMode="auto">
          <a:xfrm>
            <a:off x="4361185" y="3811588"/>
            <a:ext cx="3469026" cy="5905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  <a:defRPr/>
            </a:pPr>
            <a:r>
              <a:rPr lang="en-US" sz="1850" spc="-56" dirty="0" err="1">
                <a:solidFill>
                  <a:srgbClr val="2B2E3C"/>
                </a:solidFill>
                <a:latin typeface="Times New Roman" panose="02020603050405020304" pitchFamily="18" charset="0"/>
                <a:ea typeface="Bitter Medium"/>
                <a:cs typeface="Times New Roman" panose="02020603050405020304" pitchFamily="18" charset="0"/>
              </a:rPr>
              <a:t>Сильная</a:t>
            </a:r>
            <a:r>
              <a:rPr lang="en-US" sz="1850" spc="-56" dirty="0">
                <a:solidFill>
                  <a:srgbClr val="2B2E3C"/>
                </a:solidFill>
                <a:latin typeface="Times New Roman" panose="02020603050405020304" pitchFamily="18" charset="0"/>
                <a:ea typeface="Bitter Medium"/>
                <a:cs typeface="Times New Roman" panose="02020603050405020304" pitchFamily="18" charset="0"/>
              </a:rPr>
              <a:t> </a:t>
            </a:r>
            <a:r>
              <a:rPr lang="en-US" sz="1850" spc="-56" dirty="0" err="1">
                <a:solidFill>
                  <a:srgbClr val="2B2E3C"/>
                </a:solidFill>
                <a:latin typeface="Times New Roman" panose="02020603050405020304" pitchFamily="18" charset="0"/>
                <a:ea typeface="Bitter Medium"/>
                <a:cs typeface="Times New Roman" panose="02020603050405020304" pitchFamily="18" charset="0"/>
              </a:rPr>
              <a:t>персонализация</a:t>
            </a:r>
            <a:r>
              <a:rPr lang="en-US" sz="1850" spc="-56" dirty="0">
                <a:solidFill>
                  <a:srgbClr val="2B2E3C"/>
                </a:solidFill>
                <a:latin typeface="Times New Roman" panose="02020603050405020304" pitchFamily="18" charset="0"/>
                <a:ea typeface="Bitter Medium"/>
                <a:cs typeface="Times New Roman" panose="02020603050405020304" pitchFamily="18" charset="0"/>
              </a:rPr>
              <a:t> </a:t>
            </a:r>
            <a:r>
              <a:rPr lang="en-US" sz="1850" spc="-56" dirty="0" err="1">
                <a:solidFill>
                  <a:srgbClr val="2B2E3C"/>
                </a:solidFill>
                <a:latin typeface="Times New Roman" panose="02020603050405020304" pitchFamily="18" charset="0"/>
                <a:ea typeface="Bitter Medium"/>
                <a:cs typeface="Times New Roman" panose="02020603050405020304" pitchFamily="18" charset="0"/>
              </a:rPr>
              <a:t>конфликтов</a:t>
            </a:r>
            <a:endParaRPr lang="en-US" sz="18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7"/>
          <p:cNvSpPr/>
          <p:nvPr/>
        </p:nvSpPr>
        <p:spPr bwMode="auto">
          <a:xfrm>
            <a:off x="4561766" y="4517132"/>
            <a:ext cx="3068065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  <a:defRPr/>
            </a:pPr>
            <a:r>
              <a:rPr lang="en-US" sz="1450" b="1" spc="-30" dirty="0" err="1">
                <a:solidFill>
                  <a:srgbClr val="2B2E3C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</a:rPr>
              <a:t>Некоторые</a:t>
            </a:r>
            <a:r>
              <a:rPr lang="en-US" sz="1450" b="1" spc="-30" dirty="0">
                <a:solidFill>
                  <a:srgbClr val="2B2E3C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</a:rPr>
              <a:t> </a:t>
            </a:r>
            <a:r>
              <a:rPr lang="en-US" sz="1450" b="1" spc="-30" dirty="0" err="1">
                <a:solidFill>
                  <a:srgbClr val="2B2E3C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</a:rPr>
              <a:t>мотивы</a:t>
            </a:r>
            <a:r>
              <a:rPr lang="en-US" sz="1450" b="1" spc="-30" dirty="0">
                <a:solidFill>
                  <a:srgbClr val="2B2E3C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</a:rPr>
              <a:t> и </a:t>
            </a:r>
            <a:r>
              <a:rPr lang="en-US" sz="1450" b="1" spc="-30" dirty="0" err="1">
                <a:solidFill>
                  <a:srgbClr val="2B2E3C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</a:rPr>
              <a:t>диалоги</a:t>
            </a:r>
            <a:r>
              <a:rPr lang="en-US" sz="1450" b="1" spc="-30" dirty="0">
                <a:solidFill>
                  <a:srgbClr val="2B2E3C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</a:rPr>
              <a:t> </a:t>
            </a:r>
            <a:r>
              <a:rPr lang="en-US" sz="1450" b="1" spc="-30" dirty="0" err="1">
                <a:solidFill>
                  <a:srgbClr val="2B2E3C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</a:rPr>
              <a:t>приписаны</a:t>
            </a:r>
            <a:r>
              <a:rPr lang="en-US" sz="1450" b="1" spc="-30" dirty="0">
                <a:solidFill>
                  <a:srgbClr val="2B2E3C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</a:rPr>
              <a:t> </a:t>
            </a:r>
            <a:r>
              <a:rPr lang="en-US" sz="1450" b="1" spc="-30" dirty="0" err="1">
                <a:solidFill>
                  <a:srgbClr val="2B2E3C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</a:rPr>
              <a:t>персонажам</a:t>
            </a:r>
            <a:r>
              <a:rPr lang="en-US" sz="1450" b="1" spc="-30" dirty="0">
                <a:solidFill>
                  <a:srgbClr val="2B2E3C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</a:rPr>
              <a:t> </a:t>
            </a:r>
            <a:r>
              <a:rPr lang="en-US" sz="1450" b="1" spc="-30" dirty="0" err="1">
                <a:solidFill>
                  <a:srgbClr val="2B2E3C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</a:rPr>
              <a:t>для</a:t>
            </a:r>
            <a:r>
              <a:rPr lang="en-US" sz="1450" b="1" spc="-30" dirty="0">
                <a:solidFill>
                  <a:srgbClr val="2B2E3C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</a:rPr>
              <a:t> </a:t>
            </a:r>
            <a:r>
              <a:rPr lang="en-US" sz="1450" b="1" spc="-30" dirty="0" err="1">
                <a:solidFill>
                  <a:srgbClr val="2B2E3C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</a:rPr>
              <a:t>усиления</a:t>
            </a:r>
            <a:r>
              <a:rPr lang="en-US" sz="1450" b="1" spc="-30" dirty="0">
                <a:solidFill>
                  <a:srgbClr val="2B2E3C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</a:rPr>
              <a:t> </a:t>
            </a:r>
            <a:r>
              <a:rPr lang="en-US" sz="1450" b="1" spc="-30" dirty="0" err="1">
                <a:solidFill>
                  <a:srgbClr val="2B2E3C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</a:rPr>
              <a:t>напряжения</a:t>
            </a:r>
            <a:r>
              <a:rPr lang="en-US" sz="1450" b="1" spc="-30" dirty="0">
                <a:solidFill>
                  <a:srgbClr val="2B2E3C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</a:rPr>
              <a:t>.</a:t>
            </a:r>
            <a:endParaRPr lang="en-US" sz="145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7988808" y="3057227"/>
            <a:ext cx="3496877" cy="2581573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 bwMode="auto">
          <a:xfrm>
            <a:off x="9668179" y="3199011"/>
            <a:ext cx="226808" cy="28346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  <a:defRPr/>
            </a:pPr>
            <a:r>
              <a:rPr lang="en-US" sz="1750" spc="-45" dirty="0">
                <a:solidFill>
                  <a:srgbClr val="FFFFFF"/>
                </a:solidFill>
                <a:latin typeface="Times New Roman" panose="02020603050405020304" pitchFamily="18" charset="0"/>
                <a:ea typeface="Bitter Medium"/>
                <a:cs typeface="Times New Roman" panose="02020603050405020304" pitchFamily="18" charset="0"/>
              </a:rPr>
              <a:t>3</a:t>
            </a:r>
            <a:endParaRPr lang="en-US" sz="1750" dirty="0">
              <a:cs typeface="Times New Roman" panose="02020603050405020304" pitchFamily="18" charset="0"/>
            </a:endParaRPr>
          </a:p>
        </p:txBody>
      </p:sp>
      <p:sp>
        <p:nvSpPr>
          <p:cNvPr id="14" name="Text 9"/>
          <p:cNvSpPr/>
          <p:nvPr/>
        </p:nvSpPr>
        <p:spPr bwMode="auto">
          <a:xfrm>
            <a:off x="8247650" y="3813175"/>
            <a:ext cx="3125200" cy="5905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  <a:defRPr/>
            </a:pPr>
            <a:r>
              <a:rPr lang="en-US" sz="1850" spc="-56" dirty="0" err="1">
                <a:solidFill>
                  <a:srgbClr val="2B2E3C"/>
                </a:solidFill>
                <a:latin typeface="Times New Roman" panose="02020603050405020304" pitchFamily="18" charset="0"/>
                <a:ea typeface="Bitter Medium"/>
                <a:cs typeface="Times New Roman" panose="02020603050405020304" pitchFamily="18" charset="0"/>
              </a:rPr>
              <a:t>Интерпретация</a:t>
            </a:r>
            <a:r>
              <a:rPr lang="en-US" sz="1850" spc="-56" dirty="0">
                <a:solidFill>
                  <a:srgbClr val="2B2E3C"/>
                </a:solidFill>
                <a:latin typeface="Times New Roman" panose="02020603050405020304" pitchFamily="18" charset="0"/>
                <a:ea typeface="Bitter Medium"/>
                <a:cs typeface="Times New Roman" panose="02020603050405020304" pitchFamily="18" charset="0"/>
              </a:rPr>
              <a:t> </a:t>
            </a:r>
            <a:r>
              <a:rPr lang="en-US" sz="1850" spc="-56" dirty="0" err="1">
                <a:solidFill>
                  <a:srgbClr val="2B2E3C"/>
                </a:solidFill>
                <a:latin typeface="Times New Roman" panose="02020603050405020304" pitchFamily="18" charset="0"/>
                <a:ea typeface="Bitter Medium"/>
                <a:cs typeface="Times New Roman" panose="02020603050405020304" pitchFamily="18" charset="0"/>
              </a:rPr>
              <a:t>судебных</a:t>
            </a:r>
            <a:r>
              <a:rPr lang="en-US" sz="1850" spc="-56" dirty="0">
                <a:solidFill>
                  <a:srgbClr val="2B2E3C"/>
                </a:solidFill>
                <a:latin typeface="Times New Roman" panose="02020603050405020304" pitchFamily="18" charset="0"/>
                <a:ea typeface="Bitter Medium"/>
                <a:cs typeface="Times New Roman" panose="02020603050405020304" pitchFamily="18" charset="0"/>
              </a:rPr>
              <a:t> </a:t>
            </a:r>
            <a:r>
              <a:rPr lang="en-US" sz="1850" spc="-56" dirty="0" err="1">
                <a:solidFill>
                  <a:srgbClr val="2B2E3C"/>
                </a:solidFill>
                <a:latin typeface="Times New Roman" panose="02020603050405020304" pitchFamily="18" charset="0"/>
                <a:ea typeface="Bitter Medium"/>
                <a:cs typeface="Times New Roman" panose="02020603050405020304" pitchFamily="18" charset="0"/>
              </a:rPr>
              <a:t>споров</a:t>
            </a:r>
            <a:endParaRPr lang="en-US" sz="18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10"/>
          <p:cNvSpPr/>
          <p:nvPr/>
        </p:nvSpPr>
        <p:spPr bwMode="auto">
          <a:xfrm>
            <a:off x="8118228" y="4506714"/>
            <a:ext cx="3125201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  <a:defRPr/>
            </a:pPr>
            <a:r>
              <a:rPr lang="en-US" sz="1450" b="1" spc="-30" dirty="0" err="1">
                <a:solidFill>
                  <a:srgbClr val="2B2E3C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</a:rPr>
              <a:t>Процессы</a:t>
            </a:r>
            <a:r>
              <a:rPr lang="en-US" sz="1450" b="1" spc="-30" dirty="0">
                <a:solidFill>
                  <a:srgbClr val="2B2E3C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</a:rPr>
              <a:t> </a:t>
            </a:r>
            <a:r>
              <a:rPr lang="en-US" sz="1450" b="1" spc="-30" dirty="0" err="1">
                <a:solidFill>
                  <a:srgbClr val="2B2E3C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</a:rPr>
              <a:t>показаны</a:t>
            </a:r>
            <a:r>
              <a:rPr lang="en-US" sz="1450" b="1" spc="-30" dirty="0">
                <a:solidFill>
                  <a:srgbClr val="2B2E3C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</a:rPr>
              <a:t> </a:t>
            </a:r>
            <a:r>
              <a:rPr lang="en-US" sz="1450" b="1" spc="-30" dirty="0" err="1">
                <a:solidFill>
                  <a:srgbClr val="2B2E3C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</a:rPr>
              <a:t>концентрированно</a:t>
            </a:r>
            <a:r>
              <a:rPr lang="en-US" sz="1450" b="1" spc="-30" dirty="0">
                <a:solidFill>
                  <a:srgbClr val="2B2E3C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</a:rPr>
              <a:t> — </a:t>
            </a:r>
            <a:r>
              <a:rPr lang="en-US" sz="1450" b="1" spc="-30" dirty="0" err="1">
                <a:solidFill>
                  <a:srgbClr val="2B2E3C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</a:rPr>
              <a:t>ради</a:t>
            </a:r>
            <a:r>
              <a:rPr lang="en-US" sz="1450" b="1" spc="-30" dirty="0">
                <a:solidFill>
                  <a:srgbClr val="2B2E3C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</a:rPr>
              <a:t> </a:t>
            </a:r>
            <a:r>
              <a:rPr lang="en-US" sz="1450" b="1" spc="-30" dirty="0" err="1">
                <a:solidFill>
                  <a:srgbClr val="2B2E3C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</a:rPr>
              <a:t>темпа</a:t>
            </a:r>
            <a:r>
              <a:rPr lang="en-US" sz="1450" b="1" spc="-30" dirty="0">
                <a:solidFill>
                  <a:srgbClr val="2B2E3C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</a:rPr>
              <a:t> и </a:t>
            </a:r>
            <a:r>
              <a:rPr lang="en-US" sz="1450" b="1" spc="-30" dirty="0" err="1">
                <a:solidFill>
                  <a:srgbClr val="2B2E3C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</a:rPr>
              <a:t>структуры</a:t>
            </a:r>
            <a:r>
              <a:rPr lang="en-US" sz="1450" b="1" spc="-30" dirty="0">
                <a:solidFill>
                  <a:srgbClr val="2B2E3C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</a:rPr>
              <a:t> </a:t>
            </a:r>
            <a:r>
              <a:rPr lang="en-US" sz="1450" b="1" spc="-30" dirty="0" err="1">
                <a:solidFill>
                  <a:srgbClr val="2B2E3C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</a:rPr>
              <a:t>повествования</a:t>
            </a:r>
            <a:r>
              <a:rPr lang="en-US" sz="1450" b="1" spc="-30" dirty="0">
                <a:solidFill>
                  <a:srgbClr val="2B2E3C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</a:rPr>
              <a:t>.</a:t>
            </a:r>
            <a:endParaRPr lang="en-US" sz="145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568556159" name="Рисунок 1568556158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9967760" y="6010274"/>
            <a:ext cx="2219325" cy="84772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 name="Slide 6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274125" y="280639"/>
            <a:ext cx="5304429" cy="6493569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 bwMode="auto">
          <a:xfrm>
            <a:off x="6096000" y="435173"/>
            <a:ext cx="4127500" cy="472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4000"/>
              </a:lnSpc>
              <a:buNone/>
              <a:defRPr/>
            </a:pPr>
            <a:r>
              <a:rPr lang="en-US" sz="2400" b="1" spc="-45" dirty="0" err="1">
                <a:solidFill>
                  <a:srgbClr val="2C3F42"/>
                </a:solidFill>
                <a:latin typeface="Times New Roman" panose="02020603050405020304" pitchFamily="18" charset="0"/>
                <a:ea typeface="Bitter Medium"/>
                <a:cs typeface="Times New Roman" panose="02020603050405020304" pitchFamily="18" charset="0"/>
              </a:rPr>
              <a:t>Почему</a:t>
            </a:r>
            <a:r>
              <a:rPr lang="en-US" sz="2400" b="1" spc="-45" dirty="0">
                <a:solidFill>
                  <a:srgbClr val="2C3F42"/>
                </a:solidFill>
                <a:latin typeface="Times New Roman" panose="02020603050405020304" pitchFamily="18" charset="0"/>
                <a:ea typeface="Bitter Medium"/>
                <a:cs typeface="Times New Roman" panose="02020603050405020304" pitchFamily="18" charset="0"/>
              </a:rPr>
              <a:t> </a:t>
            </a:r>
            <a:r>
              <a:rPr lang="en-US" sz="2400" b="1" spc="-45" dirty="0" err="1">
                <a:solidFill>
                  <a:srgbClr val="2C3F42"/>
                </a:solidFill>
                <a:latin typeface="Times New Roman" panose="02020603050405020304" pitchFamily="18" charset="0"/>
                <a:ea typeface="Bitter Medium"/>
                <a:cs typeface="Times New Roman" panose="02020603050405020304" pitchFamily="18" charset="0"/>
              </a:rPr>
              <a:t>внесли</a:t>
            </a:r>
            <a:r>
              <a:rPr lang="en-US" sz="2400" b="1" spc="-45" dirty="0">
                <a:solidFill>
                  <a:srgbClr val="2C3F42"/>
                </a:solidFill>
                <a:latin typeface="Times New Roman" panose="02020603050405020304" pitchFamily="18" charset="0"/>
                <a:ea typeface="Bitter Medium"/>
                <a:cs typeface="Times New Roman" panose="02020603050405020304" pitchFamily="18" charset="0"/>
              </a:rPr>
              <a:t> </a:t>
            </a:r>
            <a:r>
              <a:rPr lang="en-US" sz="2400" b="1" spc="-45" dirty="0" err="1">
                <a:solidFill>
                  <a:srgbClr val="2C3F42"/>
                </a:solidFill>
                <a:latin typeface="Times New Roman" panose="02020603050405020304" pitchFamily="18" charset="0"/>
                <a:ea typeface="Bitter Medium"/>
                <a:cs typeface="Times New Roman" panose="02020603050405020304" pitchFamily="18" charset="0"/>
              </a:rPr>
              <a:t>изменения</a:t>
            </a:r>
            <a:r>
              <a:rPr lang="en-US" sz="2400" b="1" spc="-45" dirty="0">
                <a:solidFill>
                  <a:srgbClr val="2C3F42"/>
                </a:solidFill>
                <a:latin typeface="Times New Roman" panose="02020603050405020304" pitchFamily="18" charset="0"/>
                <a:ea typeface="Bitter Medium"/>
                <a:cs typeface="Times New Roman" panose="02020603050405020304" pitchFamily="18" charset="0"/>
              </a:rPr>
              <a:t> — </a:t>
            </a:r>
            <a:r>
              <a:rPr lang="en-US" sz="2400" b="1" spc="-45" dirty="0" err="1">
                <a:solidFill>
                  <a:srgbClr val="2C3F42"/>
                </a:solidFill>
                <a:latin typeface="Times New Roman" panose="02020603050405020304" pitchFamily="18" charset="0"/>
                <a:ea typeface="Bitter Medium"/>
                <a:cs typeface="Times New Roman" panose="02020603050405020304" pitchFamily="18" charset="0"/>
              </a:rPr>
              <a:t>мотивация</a:t>
            </a:r>
            <a:r>
              <a:rPr lang="en-US" sz="2400" b="1" spc="-45" dirty="0">
                <a:solidFill>
                  <a:srgbClr val="2C3F42"/>
                </a:solidFill>
                <a:latin typeface="Times New Roman" panose="02020603050405020304" pitchFamily="18" charset="0"/>
                <a:ea typeface="Bitter Medium"/>
                <a:cs typeface="Times New Roman" panose="02020603050405020304" pitchFamily="18" charset="0"/>
              </a:rPr>
              <a:t> </a:t>
            </a:r>
            <a:r>
              <a:rPr lang="en-US" sz="2400" b="1" spc="-45" dirty="0" err="1">
                <a:solidFill>
                  <a:srgbClr val="2C3F42"/>
                </a:solidFill>
                <a:latin typeface="Times New Roman" panose="02020603050405020304" pitchFamily="18" charset="0"/>
                <a:ea typeface="Bitter Medium"/>
                <a:cs typeface="Times New Roman" panose="02020603050405020304" pitchFamily="18" charset="0"/>
              </a:rPr>
              <a:t>создателей</a:t>
            </a: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1"/>
          <p:cNvSpPr/>
          <p:nvPr/>
        </p:nvSpPr>
        <p:spPr bwMode="auto">
          <a:xfrm>
            <a:off x="5877590" y="1448096"/>
            <a:ext cx="6040285" cy="40217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spcAft>
                <a:spcPts val="300"/>
              </a:spcAft>
              <a:buNone/>
              <a:defRPr/>
            </a:pPr>
            <a:r>
              <a:rPr lang="en-US" spc="-15" dirty="0" err="1">
                <a:solidFill>
                  <a:srgbClr val="2B2E3C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</a:rPr>
              <a:t>Изменения</a:t>
            </a:r>
            <a:r>
              <a:rPr lang="en-US" spc="-15" dirty="0">
                <a:solidFill>
                  <a:srgbClr val="2B2E3C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</a:rPr>
              <a:t> </a:t>
            </a:r>
            <a:r>
              <a:rPr lang="en-US" spc="-15" dirty="0" err="1">
                <a:solidFill>
                  <a:srgbClr val="2B2E3C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</a:rPr>
              <a:t>служат</a:t>
            </a:r>
            <a:r>
              <a:rPr lang="en-US" spc="-15" dirty="0">
                <a:solidFill>
                  <a:srgbClr val="2B2E3C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</a:rPr>
              <a:t> </a:t>
            </a:r>
            <a:r>
              <a:rPr lang="en-US" spc="-15" dirty="0" err="1">
                <a:solidFill>
                  <a:srgbClr val="2B2E3C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</a:rPr>
              <a:t>драматургии</a:t>
            </a:r>
            <a:r>
              <a:rPr lang="en-US" spc="-15" dirty="0">
                <a:solidFill>
                  <a:srgbClr val="2B2E3C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</a:rPr>
              <a:t>: </a:t>
            </a:r>
            <a:r>
              <a:rPr lang="en-US" spc="-15" dirty="0" err="1">
                <a:solidFill>
                  <a:srgbClr val="2B2E3C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</a:rPr>
              <a:t>укороченная</a:t>
            </a:r>
            <a:r>
              <a:rPr lang="en-US" spc="-15" dirty="0">
                <a:solidFill>
                  <a:srgbClr val="2B2E3C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</a:rPr>
              <a:t> </a:t>
            </a:r>
            <a:r>
              <a:rPr lang="en-US" spc="-15" dirty="0" err="1">
                <a:solidFill>
                  <a:srgbClr val="2B2E3C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</a:rPr>
              <a:t>хронология</a:t>
            </a:r>
            <a:r>
              <a:rPr lang="en-US" spc="-15" dirty="0">
                <a:solidFill>
                  <a:srgbClr val="2B2E3C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</a:rPr>
              <a:t> и </a:t>
            </a:r>
            <a:r>
              <a:rPr lang="en-US" spc="-15" dirty="0" err="1">
                <a:solidFill>
                  <a:srgbClr val="2B2E3C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</a:rPr>
              <a:t>усиленные</a:t>
            </a:r>
            <a:r>
              <a:rPr lang="en-US" spc="-15" dirty="0">
                <a:solidFill>
                  <a:srgbClr val="2B2E3C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</a:rPr>
              <a:t> </a:t>
            </a:r>
            <a:r>
              <a:rPr lang="en-US" spc="-15" dirty="0" err="1">
                <a:solidFill>
                  <a:srgbClr val="2B2E3C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</a:rPr>
              <a:t>конфликты</a:t>
            </a:r>
            <a:r>
              <a:rPr lang="en-US" spc="-15" dirty="0">
                <a:solidFill>
                  <a:srgbClr val="2B2E3C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</a:rPr>
              <a:t> </a:t>
            </a:r>
            <a:r>
              <a:rPr lang="en-US" spc="-15" dirty="0" err="1">
                <a:solidFill>
                  <a:srgbClr val="2B2E3C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</a:rPr>
              <a:t>делают</a:t>
            </a:r>
            <a:r>
              <a:rPr lang="en-US" spc="-15" dirty="0">
                <a:solidFill>
                  <a:srgbClr val="2B2E3C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</a:rPr>
              <a:t> </a:t>
            </a:r>
            <a:r>
              <a:rPr lang="en-US" spc="-15" dirty="0" err="1">
                <a:solidFill>
                  <a:srgbClr val="2B2E3C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</a:rPr>
              <a:t>историю</a:t>
            </a:r>
            <a:r>
              <a:rPr lang="en-US" spc="-15" dirty="0">
                <a:solidFill>
                  <a:srgbClr val="2B2E3C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</a:rPr>
              <a:t> </a:t>
            </a:r>
            <a:r>
              <a:rPr lang="en-US" spc="-15" dirty="0" err="1">
                <a:solidFill>
                  <a:srgbClr val="2B2E3C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</a:rPr>
              <a:t>компактнее</a:t>
            </a:r>
            <a:r>
              <a:rPr lang="en-US" spc="-15" dirty="0">
                <a:solidFill>
                  <a:srgbClr val="2B2E3C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</a:rPr>
              <a:t> и </a:t>
            </a:r>
            <a:r>
              <a:rPr lang="en-US" spc="-15" dirty="0" err="1">
                <a:solidFill>
                  <a:srgbClr val="2B2E3C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</a:rPr>
              <a:t>эмоционально</a:t>
            </a:r>
            <a:r>
              <a:rPr lang="en-US" spc="-15" dirty="0">
                <a:solidFill>
                  <a:srgbClr val="2B2E3C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</a:rPr>
              <a:t> </a:t>
            </a:r>
            <a:r>
              <a:rPr lang="en-US" spc="-15" dirty="0" err="1">
                <a:solidFill>
                  <a:srgbClr val="2B2E3C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</a:rPr>
              <a:t>насыщеннее</a:t>
            </a:r>
            <a:r>
              <a:rPr lang="en-US" spc="-15" dirty="0">
                <a:solidFill>
                  <a:srgbClr val="2B2E3C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</a:rPr>
              <a:t>. </a:t>
            </a:r>
            <a:r>
              <a:rPr lang="en-US" spc="-15" dirty="0" err="1">
                <a:solidFill>
                  <a:srgbClr val="2B2E3C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</a:rPr>
              <a:t>Сценарий</a:t>
            </a:r>
            <a:r>
              <a:rPr lang="en-US" spc="-15" dirty="0">
                <a:solidFill>
                  <a:srgbClr val="2B2E3C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</a:rPr>
              <a:t> </a:t>
            </a:r>
            <a:r>
              <a:rPr lang="en-US" spc="-15" dirty="0" err="1">
                <a:solidFill>
                  <a:srgbClr val="2B2E3C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</a:rPr>
              <a:t>Аарона</a:t>
            </a:r>
            <a:r>
              <a:rPr lang="en-US" spc="-15" dirty="0">
                <a:solidFill>
                  <a:srgbClr val="2B2E3C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</a:rPr>
              <a:t> </a:t>
            </a:r>
            <a:r>
              <a:rPr lang="en-US" spc="-15" dirty="0" err="1">
                <a:solidFill>
                  <a:srgbClr val="2B2E3C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</a:rPr>
              <a:t>Соркина</a:t>
            </a:r>
            <a:r>
              <a:rPr lang="en-US" spc="-15" dirty="0">
                <a:solidFill>
                  <a:srgbClr val="2B2E3C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</a:rPr>
              <a:t> </a:t>
            </a:r>
            <a:r>
              <a:rPr lang="en-US" spc="-15" dirty="0" err="1">
                <a:solidFill>
                  <a:srgbClr val="2B2E3C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</a:rPr>
              <a:t>строит</a:t>
            </a:r>
            <a:r>
              <a:rPr lang="en-US" spc="-15" dirty="0">
                <a:solidFill>
                  <a:srgbClr val="2B2E3C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</a:rPr>
              <a:t> </a:t>
            </a:r>
            <a:r>
              <a:rPr lang="en-US" spc="-15" dirty="0" err="1">
                <a:solidFill>
                  <a:srgbClr val="2B2E3C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</a:rPr>
              <a:t>акцент</a:t>
            </a:r>
            <a:r>
              <a:rPr lang="en-US" spc="-15" dirty="0">
                <a:solidFill>
                  <a:srgbClr val="2B2E3C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</a:rPr>
              <a:t> </a:t>
            </a:r>
            <a:r>
              <a:rPr lang="en-US" spc="-15" dirty="0" err="1">
                <a:solidFill>
                  <a:srgbClr val="2B2E3C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</a:rPr>
              <a:t>на</a:t>
            </a:r>
            <a:r>
              <a:rPr lang="en-US" spc="-15" dirty="0">
                <a:solidFill>
                  <a:srgbClr val="2B2E3C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</a:rPr>
              <a:t> </a:t>
            </a:r>
            <a:r>
              <a:rPr lang="en-US" spc="-15" dirty="0" err="1">
                <a:solidFill>
                  <a:srgbClr val="2B2E3C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</a:rPr>
              <a:t>диалогах</a:t>
            </a:r>
            <a:r>
              <a:rPr lang="en-US" spc="-15" dirty="0">
                <a:solidFill>
                  <a:srgbClr val="2B2E3C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</a:rPr>
              <a:t> и </a:t>
            </a:r>
            <a:r>
              <a:rPr lang="en-US" spc="-15" dirty="0" err="1">
                <a:solidFill>
                  <a:srgbClr val="2B2E3C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</a:rPr>
              <a:t>характере</a:t>
            </a:r>
            <a:r>
              <a:rPr lang="en-US" spc="-15" dirty="0">
                <a:solidFill>
                  <a:srgbClr val="2B2E3C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</a:rPr>
              <a:t> </a:t>
            </a:r>
            <a:r>
              <a:rPr lang="en-US" spc="-15" dirty="0" err="1">
                <a:solidFill>
                  <a:srgbClr val="2B2E3C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</a:rPr>
              <a:t>героев</a:t>
            </a:r>
            <a:r>
              <a:rPr lang="en-US" spc="-15" dirty="0">
                <a:solidFill>
                  <a:srgbClr val="2B2E3C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</a:rPr>
              <a:t>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ct val="100000"/>
              </a:lnSpc>
              <a:buNone/>
              <a:defRPr/>
            </a:pPr>
            <a:r>
              <a:rPr lang="en-US" spc="-15" dirty="0" err="1">
                <a:solidFill>
                  <a:srgbClr val="2B2E3C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</a:rPr>
              <a:t>Некоторые</a:t>
            </a:r>
            <a:r>
              <a:rPr lang="en-US" spc="-15" dirty="0">
                <a:solidFill>
                  <a:srgbClr val="2B2E3C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</a:rPr>
              <a:t> </a:t>
            </a:r>
            <a:r>
              <a:rPr lang="en-US" spc="-15" dirty="0" err="1">
                <a:solidFill>
                  <a:srgbClr val="2B2E3C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</a:rPr>
              <a:t>интервью</a:t>
            </a:r>
            <a:r>
              <a:rPr lang="en-US" spc="-15" dirty="0">
                <a:solidFill>
                  <a:srgbClr val="2B2E3C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</a:rPr>
              <a:t> и </a:t>
            </a:r>
            <a:r>
              <a:rPr lang="en-US" spc="-15" dirty="0" err="1">
                <a:solidFill>
                  <a:srgbClr val="2B2E3C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</a:rPr>
              <a:t>источники</a:t>
            </a:r>
            <a:r>
              <a:rPr lang="en-US" spc="-15" dirty="0">
                <a:solidFill>
                  <a:srgbClr val="2B2E3C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</a:rPr>
              <a:t> (</a:t>
            </a:r>
            <a:r>
              <a:rPr lang="en-US" spc="-15" dirty="0" err="1">
                <a:solidFill>
                  <a:srgbClr val="2B2E3C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</a:rPr>
              <a:t>авторы</a:t>
            </a:r>
            <a:r>
              <a:rPr lang="en-US" spc="-15" dirty="0">
                <a:solidFill>
                  <a:srgbClr val="2B2E3C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</a:rPr>
              <a:t>, </a:t>
            </a:r>
            <a:r>
              <a:rPr lang="en-US" spc="-15" dirty="0" err="1">
                <a:solidFill>
                  <a:srgbClr val="2B2E3C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</a:rPr>
              <a:t>продюсеры</a:t>
            </a:r>
            <a:r>
              <a:rPr lang="en-US" spc="-15" dirty="0">
                <a:solidFill>
                  <a:srgbClr val="2B2E3C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</a:rPr>
              <a:t>) </a:t>
            </a:r>
            <a:r>
              <a:rPr lang="en-US" spc="-15" dirty="0" err="1">
                <a:solidFill>
                  <a:srgbClr val="2B2E3C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</a:rPr>
              <a:t>прямо</a:t>
            </a:r>
            <a:r>
              <a:rPr lang="en-US" spc="-15" dirty="0">
                <a:solidFill>
                  <a:srgbClr val="2B2E3C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</a:rPr>
              <a:t> </a:t>
            </a:r>
            <a:r>
              <a:rPr lang="en-US" spc="-15" dirty="0" err="1">
                <a:solidFill>
                  <a:srgbClr val="2B2E3C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</a:rPr>
              <a:t>указывают</a:t>
            </a:r>
            <a:r>
              <a:rPr lang="en-US" spc="-15" dirty="0">
                <a:solidFill>
                  <a:srgbClr val="2B2E3C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</a:rPr>
              <a:t>, </a:t>
            </a:r>
            <a:r>
              <a:rPr lang="en-US" spc="-15" dirty="0" err="1">
                <a:solidFill>
                  <a:srgbClr val="2B2E3C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</a:rPr>
              <a:t>что</a:t>
            </a:r>
            <a:r>
              <a:rPr lang="en-US" spc="-15" dirty="0">
                <a:solidFill>
                  <a:srgbClr val="2B2E3C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</a:rPr>
              <a:t> </a:t>
            </a:r>
            <a:r>
              <a:rPr lang="en-US" spc="-15" dirty="0" err="1">
                <a:solidFill>
                  <a:srgbClr val="2B2E3C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</a:rPr>
              <a:t>цель</a:t>
            </a:r>
            <a:r>
              <a:rPr lang="en-US" spc="-15" dirty="0">
                <a:solidFill>
                  <a:srgbClr val="2B2E3C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</a:rPr>
              <a:t> — </a:t>
            </a:r>
            <a:r>
              <a:rPr lang="en-US" spc="-15" dirty="0" err="1">
                <a:solidFill>
                  <a:srgbClr val="2B2E3C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</a:rPr>
              <a:t>не</a:t>
            </a:r>
            <a:r>
              <a:rPr lang="en-US" spc="-15" dirty="0">
                <a:solidFill>
                  <a:srgbClr val="2B2E3C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</a:rPr>
              <a:t> </a:t>
            </a:r>
            <a:r>
              <a:rPr lang="en-US" spc="-15" dirty="0" err="1">
                <a:solidFill>
                  <a:srgbClr val="2B2E3C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</a:rPr>
              <a:t>дать</a:t>
            </a:r>
            <a:r>
              <a:rPr lang="en-US" spc="-15" dirty="0">
                <a:solidFill>
                  <a:srgbClr val="2B2E3C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</a:rPr>
              <a:t> </a:t>
            </a:r>
            <a:r>
              <a:rPr lang="en-US" spc="-15" dirty="0" err="1">
                <a:solidFill>
                  <a:srgbClr val="2B2E3C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</a:rPr>
              <a:t>биографию</a:t>
            </a:r>
            <a:r>
              <a:rPr lang="en-US" spc="-15" dirty="0">
                <a:solidFill>
                  <a:srgbClr val="2B2E3C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</a:rPr>
              <a:t>, а </a:t>
            </a:r>
            <a:r>
              <a:rPr lang="en-US" spc="-15" dirty="0" err="1">
                <a:solidFill>
                  <a:srgbClr val="2B2E3C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</a:rPr>
              <a:t>исследовать</a:t>
            </a:r>
            <a:r>
              <a:rPr lang="en-US" spc="-15" dirty="0">
                <a:solidFill>
                  <a:srgbClr val="2B2E3C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</a:rPr>
              <a:t> </a:t>
            </a:r>
            <a:r>
              <a:rPr lang="en-US" spc="-15" dirty="0" err="1">
                <a:solidFill>
                  <a:srgbClr val="2B2E3C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</a:rPr>
              <a:t>цену</a:t>
            </a:r>
            <a:r>
              <a:rPr lang="en-US" spc="-15" dirty="0">
                <a:solidFill>
                  <a:srgbClr val="2B2E3C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</a:rPr>
              <a:t> </a:t>
            </a:r>
            <a:r>
              <a:rPr lang="en-US" spc="-15" dirty="0" err="1">
                <a:solidFill>
                  <a:srgbClr val="2B2E3C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</a:rPr>
              <a:t>успеха</a:t>
            </a:r>
            <a:r>
              <a:rPr lang="en-US" spc="-15" dirty="0">
                <a:solidFill>
                  <a:srgbClr val="2B2E3C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</a:rPr>
              <a:t> и </a:t>
            </a:r>
            <a:r>
              <a:rPr lang="en-US" spc="-15" dirty="0" err="1">
                <a:solidFill>
                  <a:srgbClr val="2B2E3C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</a:rPr>
              <a:t>природу</a:t>
            </a:r>
            <a:r>
              <a:rPr lang="en-US" spc="-15" dirty="0">
                <a:solidFill>
                  <a:srgbClr val="2B2E3C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</a:rPr>
              <a:t> </a:t>
            </a:r>
            <a:r>
              <a:rPr lang="en-US" spc="-15" dirty="0" err="1">
                <a:solidFill>
                  <a:srgbClr val="2B2E3C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</a:rPr>
              <a:t>отношений</a:t>
            </a:r>
            <a:r>
              <a:rPr lang="en-US" spc="-15" dirty="0">
                <a:solidFill>
                  <a:srgbClr val="2B2E3C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</a:rPr>
              <a:t> в </a:t>
            </a:r>
            <a:r>
              <a:rPr lang="en-US" spc="-15" dirty="0" err="1">
                <a:solidFill>
                  <a:srgbClr val="2B2E3C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</a:rPr>
              <a:t>эпоху</a:t>
            </a:r>
            <a:r>
              <a:rPr lang="en-US" spc="-15" dirty="0">
                <a:solidFill>
                  <a:srgbClr val="2B2E3C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</a:rPr>
              <a:t> </a:t>
            </a:r>
            <a:r>
              <a:rPr lang="en-US" spc="-15" dirty="0" err="1">
                <a:solidFill>
                  <a:srgbClr val="2B2E3C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</a:rPr>
              <a:t>цифрового</a:t>
            </a:r>
            <a:r>
              <a:rPr lang="en-US" spc="-15" dirty="0">
                <a:solidFill>
                  <a:srgbClr val="2B2E3C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</a:rPr>
              <a:t> </a:t>
            </a:r>
            <a:r>
              <a:rPr lang="en-US" spc="-15" dirty="0" err="1">
                <a:solidFill>
                  <a:srgbClr val="2B2E3C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</a:rPr>
              <a:t>роста</a:t>
            </a:r>
            <a:r>
              <a:rPr lang="en-US" spc="-15" dirty="0">
                <a:solidFill>
                  <a:srgbClr val="2B2E3C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</a:rPr>
              <a:t>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834609899" name="Рисунок 1834609898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9967760" y="6010274"/>
            <a:ext cx="2219325" cy="84772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 name="Slide 7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 bwMode="auto">
          <a:xfrm>
            <a:off x="661475" y="1740892"/>
            <a:ext cx="10868745" cy="472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  <a:defRPr/>
            </a:pPr>
            <a:r>
              <a:rPr lang="en-US" sz="2950" b="1" spc="-89" dirty="0" err="1">
                <a:solidFill>
                  <a:srgbClr val="2C3F42"/>
                </a:solidFill>
                <a:latin typeface="Times New Roman" panose="02020603050405020304" pitchFamily="18" charset="0"/>
                <a:ea typeface="Bitter Medium"/>
                <a:cs typeface="Times New Roman" panose="02020603050405020304" pitchFamily="18" charset="0"/>
              </a:rPr>
              <a:t>Художественные</a:t>
            </a:r>
            <a:r>
              <a:rPr lang="en-US" sz="2950" b="1" spc="-89" dirty="0">
                <a:solidFill>
                  <a:srgbClr val="2C3F42"/>
                </a:solidFill>
                <a:latin typeface="Times New Roman" panose="02020603050405020304" pitchFamily="18" charset="0"/>
                <a:ea typeface="Bitter Medium"/>
                <a:cs typeface="Times New Roman" panose="02020603050405020304" pitchFamily="18" charset="0"/>
              </a:rPr>
              <a:t> </a:t>
            </a:r>
            <a:r>
              <a:rPr lang="en-US" sz="2950" b="1" spc="-89" dirty="0" err="1">
                <a:solidFill>
                  <a:srgbClr val="2C3F42"/>
                </a:solidFill>
                <a:latin typeface="Times New Roman" panose="02020603050405020304" pitchFamily="18" charset="0"/>
                <a:ea typeface="Bitter Medium"/>
                <a:cs typeface="Times New Roman" panose="02020603050405020304" pitchFamily="18" charset="0"/>
              </a:rPr>
              <a:t>приёмы</a:t>
            </a:r>
            <a:r>
              <a:rPr lang="en-US" sz="2950" b="1" spc="-89" dirty="0">
                <a:solidFill>
                  <a:srgbClr val="2C3F42"/>
                </a:solidFill>
                <a:latin typeface="Times New Roman" panose="02020603050405020304" pitchFamily="18" charset="0"/>
                <a:ea typeface="Bitter Medium"/>
                <a:cs typeface="Times New Roman" panose="02020603050405020304" pitchFamily="18" charset="0"/>
              </a:rPr>
              <a:t>: </a:t>
            </a:r>
            <a:r>
              <a:rPr lang="en-US" sz="2950" b="1" spc="-89" dirty="0" err="1">
                <a:solidFill>
                  <a:srgbClr val="2C3F42"/>
                </a:solidFill>
                <a:latin typeface="Times New Roman" panose="02020603050405020304" pitchFamily="18" charset="0"/>
                <a:ea typeface="Bitter Medium"/>
                <a:cs typeface="Times New Roman" panose="02020603050405020304" pitchFamily="18" charset="0"/>
              </a:rPr>
              <a:t>картинка</a:t>
            </a:r>
            <a:r>
              <a:rPr lang="en-US" sz="2950" b="1" spc="-89" dirty="0">
                <a:solidFill>
                  <a:srgbClr val="2C3F42"/>
                </a:solidFill>
                <a:latin typeface="Times New Roman" panose="02020603050405020304" pitchFamily="18" charset="0"/>
                <a:ea typeface="Bitter Medium"/>
                <a:cs typeface="Times New Roman" panose="02020603050405020304" pitchFamily="18" charset="0"/>
              </a:rPr>
              <a:t>, </a:t>
            </a:r>
            <a:r>
              <a:rPr lang="en-US" sz="2950" b="1" spc="-89" dirty="0" err="1">
                <a:solidFill>
                  <a:srgbClr val="2C3F42"/>
                </a:solidFill>
                <a:latin typeface="Times New Roman" panose="02020603050405020304" pitchFamily="18" charset="0"/>
                <a:ea typeface="Bitter Medium"/>
                <a:cs typeface="Times New Roman" panose="02020603050405020304" pitchFamily="18" charset="0"/>
              </a:rPr>
              <a:t>звук</a:t>
            </a:r>
            <a:r>
              <a:rPr lang="en-US" sz="2950" b="1" spc="-89" dirty="0">
                <a:solidFill>
                  <a:srgbClr val="2C3F42"/>
                </a:solidFill>
                <a:latin typeface="Times New Roman" panose="02020603050405020304" pitchFamily="18" charset="0"/>
                <a:ea typeface="Bitter Medium"/>
                <a:cs typeface="Times New Roman" panose="02020603050405020304" pitchFamily="18" charset="0"/>
              </a:rPr>
              <a:t>, </a:t>
            </a:r>
            <a:r>
              <a:rPr lang="en-US" sz="2950" b="1" spc="-89" dirty="0" err="1">
                <a:solidFill>
                  <a:srgbClr val="2C3F42"/>
                </a:solidFill>
                <a:latin typeface="Times New Roman" panose="02020603050405020304" pitchFamily="18" charset="0"/>
                <a:ea typeface="Bitter Medium"/>
                <a:cs typeface="Times New Roman" panose="02020603050405020304" pitchFamily="18" charset="0"/>
              </a:rPr>
              <a:t>монтаж</a:t>
            </a:r>
            <a:endParaRPr lang="en-US" sz="295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961587" y="2591395"/>
            <a:ext cx="2002508" cy="123765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 bwMode="auto">
          <a:xfrm>
            <a:off x="961587" y="4058542"/>
            <a:ext cx="2466814" cy="295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  <a:defRPr/>
            </a:pPr>
            <a:r>
              <a:rPr lang="en-US" sz="1850" b="1" spc="-56" dirty="0" err="1">
                <a:solidFill>
                  <a:srgbClr val="2B2E3C"/>
                </a:solidFill>
                <a:latin typeface="Times New Roman" panose="02020603050405020304" pitchFamily="18" charset="0"/>
                <a:ea typeface="Bitter Medium"/>
                <a:cs typeface="Times New Roman" panose="02020603050405020304" pitchFamily="18" charset="0"/>
              </a:rPr>
              <a:t>Цветокоррекция</a:t>
            </a:r>
            <a:endParaRPr lang="en-US" sz="185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2"/>
          <p:cNvSpPr/>
          <p:nvPr/>
        </p:nvSpPr>
        <p:spPr bwMode="auto">
          <a:xfrm>
            <a:off x="961587" y="4463750"/>
            <a:ext cx="2466814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  <a:defRPr/>
            </a:pPr>
            <a:r>
              <a:rPr lang="en-US" sz="1450" spc="-30" dirty="0" err="1">
                <a:solidFill>
                  <a:srgbClr val="2B2E3C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</a:rPr>
              <a:t>Преобладают</a:t>
            </a:r>
            <a:r>
              <a:rPr lang="en-US" sz="1450" spc="-30" dirty="0">
                <a:solidFill>
                  <a:srgbClr val="2B2E3C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</a:rPr>
              <a:t> </a:t>
            </a:r>
            <a:r>
              <a:rPr lang="en-US" sz="1450" spc="-30" dirty="0" err="1">
                <a:solidFill>
                  <a:srgbClr val="2B2E3C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</a:rPr>
              <a:t>холодные</a:t>
            </a:r>
            <a:r>
              <a:rPr lang="en-US" sz="1450" spc="-30" dirty="0">
                <a:solidFill>
                  <a:srgbClr val="2B2E3C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</a:rPr>
              <a:t>, </a:t>
            </a:r>
            <a:r>
              <a:rPr lang="en-US" sz="1450" spc="-30" dirty="0" err="1">
                <a:solidFill>
                  <a:srgbClr val="2B2E3C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</a:rPr>
              <a:t>стальные</a:t>
            </a:r>
            <a:r>
              <a:rPr lang="en-US" sz="1450" spc="-30" dirty="0">
                <a:solidFill>
                  <a:srgbClr val="2B2E3C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</a:rPr>
              <a:t> </a:t>
            </a:r>
            <a:r>
              <a:rPr lang="en-US" sz="1450" spc="-30" dirty="0" err="1">
                <a:solidFill>
                  <a:srgbClr val="2B2E3C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</a:rPr>
              <a:t>оттенки</a:t>
            </a:r>
            <a:r>
              <a:rPr lang="en-US" sz="1450" spc="-30" dirty="0">
                <a:solidFill>
                  <a:srgbClr val="2B2E3C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</a:rPr>
              <a:t> и </a:t>
            </a:r>
            <a:r>
              <a:rPr lang="en-US" sz="1450" spc="-30" dirty="0" err="1">
                <a:solidFill>
                  <a:srgbClr val="2B2E3C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</a:rPr>
              <a:t>локальные</a:t>
            </a:r>
            <a:r>
              <a:rPr lang="en-US" sz="1450" spc="-30" dirty="0">
                <a:solidFill>
                  <a:srgbClr val="2B2E3C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</a:rPr>
              <a:t> </a:t>
            </a:r>
            <a:r>
              <a:rPr lang="en-US" sz="1450" spc="-30" dirty="0" err="1">
                <a:solidFill>
                  <a:srgbClr val="2B2E3C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</a:rPr>
              <a:t>тёплые</a:t>
            </a:r>
            <a:r>
              <a:rPr lang="en-US" sz="1450" spc="-30" dirty="0">
                <a:solidFill>
                  <a:srgbClr val="2B2E3C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</a:rPr>
              <a:t> </a:t>
            </a:r>
            <a:r>
              <a:rPr lang="en-US" sz="1450" spc="-30" dirty="0" err="1">
                <a:solidFill>
                  <a:srgbClr val="2B2E3C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</a:rPr>
              <a:t>акценты</a:t>
            </a:r>
            <a:r>
              <a:rPr lang="en-US" sz="1450" spc="-30" dirty="0">
                <a:solidFill>
                  <a:srgbClr val="2B2E3C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</a:rPr>
              <a:t> — </a:t>
            </a:r>
            <a:r>
              <a:rPr lang="en-US" sz="1450" spc="-30" dirty="0" err="1">
                <a:solidFill>
                  <a:srgbClr val="2B2E3C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</a:rPr>
              <a:t>подчёркивают</a:t>
            </a:r>
            <a:r>
              <a:rPr lang="en-US" sz="1450" spc="-30" dirty="0">
                <a:solidFill>
                  <a:srgbClr val="2B2E3C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</a:rPr>
              <a:t> </a:t>
            </a:r>
            <a:r>
              <a:rPr lang="en-US" sz="1450" spc="-30" dirty="0" err="1">
                <a:solidFill>
                  <a:srgbClr val="2B2E3C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</a:rPr>
              <a:t>эмоциональную</a:t>
            </a:r>
            <a:r>
              <a:rPr lang="en-US" sz="1450" spc="-30" dirty="0">
                <a:solidFill>
                  <a:srgbClr val="2B2E3C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</a:rPr>
              <a:t> </a:t>
            </a:r>
            <a:r>
              <a:rPr lang="en-US" sz="1450" spc="-30" dirty="0" err="1">
                <a:solidFill>
                  <a:srgbClr val="2B2E3C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</a:rPr>
              <a:t>отчуждённость</a:t>
            </a:r>
            <a:r>
              <a:rPr lang="en-US" sz="1450" spc="-30" dirty="0">
                <a:solidFill>
                  <a:srgbClr val="2B2E3C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</a:rPr>
              <a:t>.</a:t>
            </a:r>
            <a:endParaRPr lang="en-US" sz="14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5464673" y="2601911"/>
            <a:ext cx="2002508" cy="1237656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 bwMode="auto">
          <a:xfrm>
            <a:off x="5467110" y="4064890"/>
            <a:ext cx="2466814" cy="295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  <a:defRPr/>
            </a:pPr>
            <a:r>
              <a:rPr lang="en-US" sz="1850" b="1" spc="-56" dirty="0" err="1">
                <a:solidFill>
                  <a:srgbClr val="2B2E3C"/>
                </a:solidFill>
                <a:latin typeface="Times New Roman" panose="02020603050405020304" pitchFamily="18" charset="0"/>
                <a:ea typeface="Bitter Medium"/>
                <a:cs typeface="Times New Roman" panose="02020603050405020304" pitchFamily="18" charset="0"/>
              </a:rPr>
              <a:t>Звук</a:t>
            </a:r>
            <a:r>
              <a:rPr lang="en-US" sz="1850" b="1" spc="-56" dirty="0">
                <a:solidFill>
                  <a:srgbClr val="2B2E3C"/>
                </a:solidFill>
                <a:latin typeface="Times New Roman" panose="02020603050405020304" pitchFamily="18" charset="0"/>
                <a:ea typeface="Bitter Medium"/>
                <a:cs typeface="Times New Roman" panose="02020603050405020304" pitchFamily="18" charset="0"/>
              </a:rPr>
              <a:t> и </a:t>
            </a:r>
            <a:r>
              <a:rPr lang="en-US" sz="1850" b="1" spc="-56" dirty="0" err="1">
                <a:solidFill>
                  <a:srgbClr val="2B2E3C"/>
                </a:solidFill>
                <a:latin typeface="Times New Roman" panose="02020603050405020304" pitchFamily="18" charset="0"/>
                <a:ea typeface="Bitter Medium"/>
                <a:cs typeface="Times New Roman" panose="02020603050405020304" pitchFamily="18" charset="0"/>
              </a:rPr>
              <a:t>музыка</a:t>
            </a:r>
            <a:endParaRPr lang="en-US" sz="185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4"/>
          <p:cNvSpPr/>
          <p:nvPr/>
        </p:nvSpPr>
        <p:spPr bwMode="auto">
          <a:xfrm>
            <a:off x="5467110" y="4463750"/>
            <a:ext cx="2466814" cy="21169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  <a:defRPr/>
            </a:pPr>
            <a:r>
              <a:rPr lang="en-US" sz="1450" spc="-30" dirty="0" err="1">
                <a:solidFill>
                  <a:srgbClr val="2B2E3C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</a:rPr>
              <a:t>Сдержанный</a:t>
            </a:r>
            <a:r>
              <a:rPr lang="en-US" sz="1450" spc="-30" dirty="0">
                <a:solidFill>
                  <a:srgbClr val="2B2E3C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</a:rPr>
              <a:t> </a:t>
            </a:r>
            <a:r>
              <a:rPr lang="en-US" sz="1450" spc="-30" dirty="0" err="1">
                <a:solidFill>
                  <a:srgbClr val="2B2E3C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</a:rPr>
              <a:t>саундтрек</a:t>
            </a:r>
            <a:r>
              <a:rPr lang="en-US" sz="1450" spc="-30" dirty="0">
                <a:solidFill>
                  <a:srgbClr val="2B2E3C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</a:rPr>
              <a:t> </a:t>
            </a:r>
            <a:r>
              <a:rPr lang="en-US" sz="1450" spc="-30" dirty="0" err="1">
                <a:solidFill>
                  <a:srgbClr val="2B2E3C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</a:rPr>
              <a:t>Трент</a:t>
            </a:r>
            <a:r>
              <a:rPr lang="en-US" sz="1450" spc="-30" dirty="0">
                <a:solidFill>
                  <a:srgbClr val="2B2E3C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</a:rPr>
              <a:t> </a:t>
            </a:r>
            <a:r>
              <a:rPr lang="en-US" sz="1450" spc="-30" dirty="0" err="1">
                <a:solidFill>
                  <a:srgbClr val="2B2E3C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</a:rPr>
              <a:t>Резнор</a:t>
            </a:r>
            <a:r>
              <a:rPr lang="en-US" sz="1450" spc="-30" dirty="0">
                <a:solidFill>
                  <a:srgbClr val="2B2E3C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</a:rPr>
              <a:t> / </a:t>
            </a:r>
            <a:r>
              <a:rPr lang="en-US" sz="1450" spc="-30" dirty="0" err="1">
                <a:solidFill>
                  <a:srgbClr val="2B2E3C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</a:rPr>
              <a:t>Аттикус</a:t>
            </a:r>
            <a:r>
              <a:rPr lang="en-US" sz="1450" spc="-30" dirty="0">
                <a:solidFill>
                  <a:srgbClr val="2B2E3C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</a:rPr>
              <a:t> </a:t>
            </a:r>
            <a:r>
              <a:rPr lang="en-US" sz="1450" spc="-30" dirty="0" err="1">
                <a:solidFill>
                  <a:srgbClr val="2B2E3C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</a:rPr>
              <a:t>Росс</a:t>
            </a:r>
            <a:r>
              <a:rPr lang="en-US" sz="1450" spc="-30" dirty="0">
                <a:solidFill>
                  <a:srgbClr val="2B2E3C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</a:rPr>
              <a:t>: </a:t>
            </a:r>
            <a:r>
              <a:rPr lang="en-US" sz="1450" spc="-30" dirty="0" err="1">
                <a:solidFill>
                  <a:srgbClr val="2B2E3C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</a:rPr>
              <a:t>минималистичные</a:t>
            </a:r>
            <a:r>
              <a:rPr lang="en-US" sz="1450" spc="-30" dirty="0">
                <a:solidFill>
                  <a:srgbClr val="2B2E3C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</a:rPr>
              <a:t> </a:t>
            </a:r>
            <a:r>
              <a:rPr lang="en-US" sz="1450" spc="-30" dirty="0" err="1">
                <a:solidFill>
                  <a:srgbClr val="2B2E3C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</a:rPr>
              <a:t>мотивы</a:t>
            </a:r>
            <a:r>
              <a:rPr lang="en-US" sz="1450" spc="-30" dirty="0">
                <a:solidFill>
                  <a:srgbClr val="2B2E3C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</a:rPr>
              <a:t> </a:t>
            </a:r>
            <a:r>
              <a:rPr lang="en-US" sz="1450" spc="-30" dirty="0" err="1">
                <a:solidFill>
                  <a:srgbClr val="2B2E3C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</a:rPr>
              <a:t>создают</a:t>
            </a:r>
            <a:r>
              <a:rPr lang="en-US" sz="1450" spc="-30" dirty="0">
                <a:solidFill>
                  <a:srgbClr val="2B2E3C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</a:rPr>
              <a:t> </a:t>
            </a:r>
            <a:r>
              <a:rPr lang="en-US" sz="1450" spc="-30" dirty="0" err="1">
                <a:solidFill>
                  <a:srgbClr val="2B2E3C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</a:rPr>
              <a:t>напряжение</a:t>
            </a:r>
            <a:r>
              <a:rPr lang="en-US" sz="1450" spc="-30" dirty="0">
                <a:solidFill>
                  <a:srgbClr val="2B2E3C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</a:rPr>
              <a:t> и </a:t>
            </a:r>
            <a:r>
              <a:rPr lang="en-US" sz="1450" spc="-30" dirty="0" err="1">
                <a:solidFill>
                  <a:srgbClr val="2B2E3C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</a:rPr>
              <a:t>ритм</a:t>
            </a:r>
            <a:r>
              <a:rPr lang="en-US" sz="1450" spc="-30" dirty="0">
                <a:solidFill>
                  <a:srgbClr val="2B2E3C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</a:rPr>
              <a:t>, </a:t>
            </a:r>
            <a:r>
              <a:rPr lang="en-US" sz="1450" spc="-30" dirty="0" err="1">
                <a:solidFill>
                  <a:srgbClr val="2B2E3C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</a:rPr>
              <a:t>подчёркивают</a:t>
            </a:r>
            <a:r>
              <a:rPr lang="en-US" sz="1450" spc="-30" dirty="0">
                <a:solidFill>
                  <a:srgbClr val="2B2E3C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</a:rPr>
              <a:t> </a:t>
            </a:r>
            <a:r>
              <a:rPr lang="en-US" sz="1450" spc="-30" dirty="0" err="1">
                <a:solidFill>
                  <a:srgbClr val="2B2E3C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</a:rPr>
              <a:t>внутреннее</a:t>
            </a:r>
            <a:r>
              <a:rPr lang="en-US" sz="1450" spc="-30" dirty="0">
                <a:solidFill>
                  <a:srgbClr val="2B2E3C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</a:rPr>
              <a:t> </a:t>
            </a:r>
            <a:r>
              <a:rPr lang="en-US" sz="1450" spc="-30" dirty="0" err="1">
                <a:solidFill>
                  <a:srgbClr val="2B2E3C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</a:rPr>
              <a:t>состояние</a:t>
            </a:r>
            <a:r>
              <a:rPr lang="en-US" sz="1450" spc="-30" dirty="0">
                <a:solidFill>
                  <a:srgbClr val="2B2E3C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</a:rPr>
              <a:t> </a:t>
            </a:r>
            <a:r>
              <a:rPr lang="en-US" sz="1450" spc="-30" dirty="0" err="1">
                <a:solidFill>
                  <a:srgbClr val="2B2E3C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</a:rPr>
              <a:t>героев</a:t>
            </a:r>
            <a:r>
              <a:rPr lang="en-US" sz="1450" spc="-30" dirty="0">
                <a:solidFill>
                  <a:srgbClr val="2B2E3C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</a:rPr>
              <a:t>.</a:t>
            </a:r>
            <a:endParaRPr lang="en-US" sz="14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>
            <a:off x="9152306" y="2606774"/>
            <a:ext cx="2002508" cy="1237656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 bwMode="auto">
          <a:xfrm>
            <a:off x="9152306" y="4058542"/>
            <a:ext cx="2466814" cy="295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  <a:defRPr/>
            </a:pPr>
            <a:r>
              <a:rPr lang="en-US" sz="1850" b="1" spc="-56" dirty="0" err="1">
                <a:solidFill>
                  <a:srgbClr val="2B2E3C"/>
                </a:solidFill>
                <a:latin typeface="Times New Roman" panose="02020603050405020304" pitchFamily="18" charset="0"/>
                <a:ea typeface="Bitter Medium"/>
                <a:cs typeface="Times New Roman" panose="02020603050405020304" pitchFamily="18" charset="0"/>
              </a:rPr>
              <a:t>Монтаж</a:t>
            </a:r>
            <a:r>
              <a:rPr lang="en-US" sz="1850" b="1" spc="-56" dirty="0">
                <a:solidFill>
                  <a:srgbClr val="2B2E3C"/>
                </a:solidFill>
                <a:latin typeface="Times New Roman" panose="02020603050405020304" pitchFamily="18" charset="0"/>
                <a:ea typeface="Bitter Medium"/>
                <a:cs typeface="Times New Roman" panose="02020603050405020304" pitchFamily="18" charset="0"/>
              </a:rPr>
              <a:t> и </a:t>
            </a:r>
            <a:r>
              <a:rPr lang="en-US" sz="1850" b="1" spc="-56" dirty="0" err="1">
                <a:solidFill>
                  <a:srgbClr val="2B2E3C"/>
                </a:solidFill>
                <a:latin typeface="Times New Roman" panose="02020603050405020304" pitchFamily="18" charset="0"/>
                <a:ea typeface="Bitter Medium"/>
                <a:cs typeface="Times New Roman" panose="02020603050405020304" pitchFamily="18" charset="0"/>
              </a:rPr>
              <a:t>кадр</a:t>
            </a:r>
            <a:endParaRPr lang="en-US" sz="185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6"/>
          <p:cNvSpPr/>
          <p:nvPr/>
        </p:nvSpPr>
        <p:spPr bwMode="auto">
          <a:xfrm>
            <a:off x="9152306" y="4463750"/>
            <a:ext cx="2466814" cy="21169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  <a:defRPr/>
            </a:pPr>
            <a:r>
              <a:rPr lang="en-US" sz="1450" spc="-30" dirty="0" err="1">
                <a:solidFill>
                  <a:srgbClr val="2B2E3C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</a:rPr>
              <a:t>Динамичный</a:t>
            </a:r>
            <a:r>
              <a:rPr lang="en-US" sz="1450" spc="-30" dirty="0">
                <a:solidFill>
                  <a:srgbClr val="2B2E3C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</a:rPr>
              <a:t> </a:t>
            </a:r>
            <a:r>
              <a:rPr lang="en-US" sz="1450" spc="-30" dirty="0" err="1">
                <a:solidFill>
                  <a:srgbClr val="2B2E3C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</a:rPr>
              <a:t>монтаж</a:t>
            </a:r>
            <a:r>
              <a:rPr lang="en-US" sz="1450" spc="-30" dirty="0">
                <a:solidFill>
                  <a:srgbClr val="2B2E3C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</a:rPr>
              <a:t>, </a:t>
            </a:r>
            <a:r>
              <a:rPr lang="en-US" sz="1450" spc="-30" dirty="0" err="1">
                <a:solidFill>
                  <a:srgbClr val="2B2E3C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</a:rPr>
              <a:t>резкие</a:t>
            </a:r>
            <a:r>
              <a:rPr lang="en-US" sz="1450" spc="-30" dirty="0">
                <a:solidFill>
                  <a:srgbClr val="2B2E3C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</a:rPr>
              <a:t> </a:t>
            </a:r>
            <a:r>
              <a:rPr lang="en-US" sz="1450" spc="-30" dirty="0" err="1">
                <a:solidFill>
                  <a:srgbClr val="2B2E3C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</a:rPr>
              <a:t>переходы</a:t>
            </a:r>
            <a:r>
              <a:rPr lang="en-US" sz="1450" spc="-30" dirty="0">
                <a:solidFill>
                  <a:srgbClr val="2B2E3C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</a:rPr>
              <a:t> и </a:t>
            </a:r>
            <a:r>
              <a:rPr lang="en-US" sz="1450" spc="-30" dirty="0" err="1">
                <a:solidFill>
                  <a:srgbClr val="2B2E3C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</a:rPr>
              <a:t>крупные</a:t>
            </a:r>
            <a:r>
              <a:rPr lang="en-US" sz="1450" spc="-30" dirty="0">
                <a:solidFill>
                  <a:srgbClr val="2B2E3C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</a:rPr>
              <a:t> </a:t>
            </a:r>
            <a:r>
              <a:rPr lang="en-US" sz="1450" spc="-30" dirty="0" err="1">
                <a:solidFill>
                  <a:srgbClr val="2B2E3C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</a:rPr>
              <a:t>планы</a:t>
            </a:r>
            <a:r>
              <a:rPr lang="en-US" sz="1450" spc="-30" dirty="0">
                <a:solidFill>
                  <a:srgbClr val="2B2E3C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</a:rPr>
              <a:t> </a:t>
            </a:r>
            <a:r>
              <a:rPr lang="en-US" sz="1450" spc="-30" dirty="0" err="1">
                <a:solidFill>
                  <a:srgbClr val="2B2E3C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</a:rPr>
              <a:t>усиливают</a:t>
            </a:r>
            <a:r>
              <a:rPr lang="en-US" sz="1450" spc="-30" dirty="0">
                <a:solidFill>
                  <a:srgbClr val="2B2E3C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</a:rPr>
              <a:t> </a:t>
            </a:r>
            <a:r>
              <a:rPr lang="en-US" sz="1450" spc="-30" dirty="0" err="1">
                <a:solidFill>
                  <a:srgbClr val="2B2E3C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</a:rPr>
              <a:t>драму</a:t>
            </a:r>
            <a:r>
              <a:rPr lang="en-US" sz="1450" spc="-30" dirty="0">
                <a:solidFill>
                  <a:srgbClr val="2B2E3C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</a:rPr>
              <a:t>; </a:t>
            </a:r>
            <a:r>
              <a:rPr lang="en-US" sz="1450" spc="-30" dirty="0" err="1">
                <a:solidFill>
                  <a:srgbClr val="2B2E3C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</a:rPr>
              <a:t>композиция</a:t>
            </a:r>
            <a:r>
              <a:rPr lang="en-US" sz="1450" spc="-30" dirty="0">
                <a:solidFill>
                  <a:srgbClr val="2B2E3C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</a:rPr>
              <a:t> </a:t>
            </a:r>
            <a:r>
              <a:rPr lang="en-US" sz="1450" spc="-30" dirty="0" err="1">
                <a:solidFill>
                  <a:srgbClr val="2B2E3C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</a:rPr>
              <a:t>кадров</a:t>
            </a:r>
            <a:r>
              <a:rPr lang="en-US" sz="1450" spc="-30" dirty="0">
                <a:solidFill>
                  <a:srgbClr val="2B2E3C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</a:rPr>
              <a:t> </a:t>
            </a:r>
            <a:r>
              <a:rPr lang="en-US" sz="1450" spc="-30" dirty="0" err="1">
                <a:solidFill>
                  <a:srgbClr val="2B2E3C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</a:rPr>
              <a:t>часто</a:t>
            </a:r>
            <a:r>
              <a:rPr lang="en-US" sz="1450" spc="-30" dirty="0">
                <a:solidFill>
                  <a:srgbClr val="2B2E3C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</a:rPr>
              <a:t> </a:t>
            </a:r>
            <a:r>
              <a:rPr lang="en-US" sz="1450" spc="-30" dirty="0" err="1">
                <a:solidFill>
                  <a:srgbClr val="2B2E3C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</a:rPr>
              <a:t>асимметрична</a:t>
            </a:r>
            <a:r>
              <a:rPr lang="en-US" sz="1450" spc="-30" dirty="0">
                <a:solidFill>
                  <a:srgbClr val="2B2E3C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</a:rPr>
              <a:t>, </a:t>
            </a:r>
            <a:r>
              <a:rPr lang="en-US" sz="1450" spc="-30" dirty="0" err="1">
                <a:solidFill>
                  <a:srgbClr val="2B2E3C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</a:rPr>
              <a:t>подчёркивая</a:t>
            </a:r>
            <a:r>
              <a:rPr lang="en-US" sz="1450" spc="-30" dirty="0">
                <a:solidFill>
                  <a:srgbClr val="2B2E3C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</a:rPr>
              <a:t> </a:t>
            </a:r>
            <a:r>
              <a:rPr lang="en-US" sz="1450" spc="-30" dirty="0" err="1">
                <a:solidFill>
                  <a:srgbClr val="2B2E3C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</a:rPr>
              <a:t>социальную</a:t>
            </a:r>
            <a:r>
              <a:rPr lang="en-US" sz="1450" spc="-30" dirty="0">
                <a:solidFill>
                  <a:srgbClr val="2B2E3C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</a:rPr>
              <a:t> </a:t>
            </a:r>
            <a:r>
              <a:rPr lang="en-US" sz="1450" spc="-30" dirty="0" err="1">
                <a:solidFill>
                  <a:srgbClr val="2B2E3C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</a:rPr>
              <a:t>дистанцию</a:t>
            </a:r>
            <a:r>
              <a:rPr lang="en-US" sz="1450" spc="-30" dirty="0">
                <a:solidFill>
                  <a:srgbClr val="2B2E3C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</a:rPr>
              <a:t>.</a:t>
            </a:r>
            <a:endParaRPr lang="en-US" sz="14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614917847" name="Рисунок 1614917846"/>
          <p:cNvPicPr>
            <a:picLocks noChangeAspect="1"/>
          </p:cNvPicPr>
          <p:nvPr/>
        </p:nvPicPr>
        <p:blipFill>
          <a:blip r:embed="rId5"/>
          <a:stretch/>
        </p:blipFill>
        <p:spPr bwMode="auto">
          <a:xfrm>
            <a:off x="9967760" y="6010274"/>
            <a:ext cx="2219325" cy="84772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 name="Slide 8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 bwMode="auto">
          <a:xfrm>
            <a:off x="661475" y="1006574"/>
            <a:ext cx="5203794" cy="472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  <a:defRPr/>
            </a:pPr>
            <a:r>
              <a:rPr lang="en-US" sz="2950" b="1" spc="-89" dirty="0" err="1">
                <a:solidFill>
                  <a:srgbClr val="2C3F42"/>
                </a:solidFill>
                <a:latin typeface="Times New Roman" panose="02020603050405020304" pitchFamily="18" charset="0"/>
                <a:ea typeface="Bitter Medium"/>
                <a:cs typeface="Times New Roman" panose="02020603050405020304" pitchFamily="18" charset="0"/>
              </a:rPr>
              <a:t>Реакция</a:t>
            </a:r>
            <a:r>
              <a:rPr lang="en-US" sz="2950" b="1" spc="-89" dirty="0">
                <a:solidFill>
                  <a:srgbClr val="2C3F42"/>
                </a:solidFill>
                <a:latin typeface="Times New Roman" panose="02020603050405020304" pitchFamily="18" charset="0"/>
                <a:ea typeface="Bitter Medium"/>
                <a:cs typeface="Times New Roman" panose="02020603050405020304" pitchFamily="18" charset="0"/>
              </a:rPr>
              <a:t> </a:t>
            </a:r>
            <a:r>
              <a:rPr lang="en-US" sz="2950" b="1" spc="-89" dirty="0" err="1">
                <a:solidFill>
                  <a:srgbClr val="2C3F42"/>
                </a:solidFill>
                <a:latin typeface="Times New Roman" panose="02020603050405020304" pitchFamily="18" charset="0"/>
                <a:ea typeface="Bitter Medium"/>
                <a:cs typeface="Times New Roman" panose="02020603050405020304" pitchFamily="18" charset="0"/>
              </a:rPr>
              <a:t>зрителей</a:t>
            </a:r>
            <a:r>
              <a:rPr lang="en-US" sz="2950" b="1" spc="-89" dirty="0">
                <a:solidFill>
                  <a:srgbClr val="2C3F42"/>
                </a:solidFill>
                <a:latin typeface="Times New Roman" panose="02020603050405020304" pitchFamily="18" charset="0"/>
                <a:ea typeface="Bitter Medium"/>
                <a:cs typeface="Times New Roman" panose="02020603050405020304" pitchFamily="18" charset="0"/>
              </a:rPr>
              <a:t> и </a:t>
            </a:r>
            <a:r>
              <a:rPr lang="en-US" sz="2950" b="1" spc="-89" dirty="0" err="1">
                <a:solidFill>
                  <a:srgbClr val="2C3F42"/>
                </a:solidFill>
                <a:latin typeface="Times New Roman" panose="02020603050405020304" pitchFamily="18" charset="0"/>
                <a:ea typeface="Bitter Medium"/>
                <a:cs typeface="Times New Roman" panose="02020603050405020304" pitchFamily="18" charset="0"/>
              </a:rPr>
              <a:t>критика</a:t>
            </a:r>
            <a:endParaRPr lang="en-US" sz="295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 bwMode="auto">
          <a:xfrm>
            <a:off x="661475" y="1668066"/>
            <a:ext cx="5203794" cy="31563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94640" indent="-294640" algn="l">
              <a:lnSpc>
                <a:spcPct val="133000"/>
              </a:lnSpc>
              <a:buSzPct val="100000"/>
              <a:buChar char="•"/>
              <a:defRPr/>
            </a:pPr>
            <a:r>
              <a:rPr lang="en-US" sz="1600" spc="-30" dirty="0" err="1">
                <a:solidFill>
                  <a:srgbClr val="2B2E3C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</a:rPr>
              <a:t>Зарубежные</a:t>
            </a:r>
            <a:r>
              <a:rPr lang="en-US" sz="1600" spc="-30" dirty="0">
                <a:solidFill>
                  <a:srgbClr val="2B2E3C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</a:rPr>
              <a:t> </a:t>
            </a:r>
            <a:r>
              <a:rPr lang="en-US" sz="1600" spc="-30" dirty="0" err="1">
                <a:solidFill>
                  <a:srgbClr val="2B2E3C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</a:rPr>
              <a:t>отзывы</a:t>
            </a:r>
            <a:r>
              <a:rPr lang="en-US" sz="1600" spc="-30" dirty="0">
                <a:solidFill>
                  <a:srgbClr val="2B2E3C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</a:rPr>
              <a:t>: </a:t>
            </a:r>
            <a:r>
              <a:rPr lang="en-US" sz="1600" spc="-30" dirty="0" err="1">
                <a:solidFill>
                  <a:srgbClr val="2B2E3C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</a:rPr>
              <a:t>высокая</a:t>
            </a:r>
            <a:r>
              <a:rPr lang="en-US" sz="1600" spc="-30" dirty="0">
                <a:solidFill>
                  <a:srgbClr val="2B2E3C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</a:rPr>
              <a:t> </a:t>
            </a:r>
            <a:r>
              <a:rPr lang="en-US" sz="1600" spc="-30" dirty="0" err="1">
                <a:solidFill>
                  <a:srgbClr val="2B2E3C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</a:rPr>
              <a:t>оценка</a:t>
            </a:r>
            <a:r>
              <a:rPr lang="en-US" sz="1600" spc="-30" dirty="0">
                <a:solidFill>
                  <a:srgbClr val="2B2E3C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</a:rPr>
              <a:t> </a:t>
            </a:r>
            <a:r>
              <a:rPr lang="en-US" sz="1600" spc="-30" dirty="0" err="1">
                <a:solidFill>
                  <a:srgbClr val="2B2E3C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</a:rPr>
              <a:t>сценария</a:t>
            </a:r>
            <a:r>
              <a:rPr lang="en-US" sz="1600" spc="-30" dirty="0">
                <a:solidFill>
                  <a:srgbClr val="2B2E3C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</a:rPr>
              <a:t>, </a:t>
            </a:r>
            <a:r>
              <a:rPr lang="en-US" sz="1600" spc="-30" dirty="0" err="1">
                <a:solidFill>
                  <a:srgbClr val="2B2E3C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</a:rPr>
              <a:t>режиссуры</a:t>
            </a:r>
            <a:r>
              <a:rPr lang="en-US" sz="1600" spc="-30" dirty="0">
                <a:solidFill>
                  <a:srgbClr val="2B2E3C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</a:rPr>
              <a:t> и </a:t>
            </a:r>
            <a:r>
              <a:rPr lang="en-US" sz="1600" spc="-30" dirty="0" err="1">
                <a:solidFill>
                  <a:srgbClr val="2B2E3C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</a:rPr>
              <a:t>актёрской</a:t>
            </a:r>
            <a:r>
              <a:rPr lang="en-US" sz="1600" spc="-30" dirty="0">
                <a:solidFill>
                  <a:srgbClr val="2B2E3C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</a:rPr>
              <a:t> </a:t>
            </a:r>
            <a:r>
              <a:rPr lang="en-US" sz="1600" spc="-30" dirty="0" err="1">
                <a:solidFill>
                  <a:srgbClr val="2B2E3C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</a:rPr>
              <a:t>игры</a:t>
            </a:r>
            <a:r>
              <a:rPr lang="en-US" sz="1600" spc="-30" dirty="0">
                <a:solidFill>
                  <a:srgbClr val="2B2E3C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</a:rPr>
              <a:t>; </a:t>
            </a:r>
            <a:r>
              <a:rPr lang="en-US" sz="1600" spc="-30" dirty="0" err="1">
                <a:solidFill>
                  <a:srgbClr val="2B2E3C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</a:rPr>
              <a:t>хвалят</a:t>
            </a:r>
            <a:r>
              <a:rPr lang="en-US" sz="1600" spc="-30" dirty="0">
                <a:solidFill>
                  <a:srgbClr val="2B2E3C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</a:rPr>
              <a:t> </a:t>
            </a:r>
            <a:r>
              <a:rPr lang="en-US" sz="1600" spc="-30" dirty="0" err="1">
                <a:solidFill>
                  <a:srgbClr val="2B2E3C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</a:rPr>
              <a:t>фильм</a:t>
            </a:r>
            <a:r>
              <a:rPr lang="en-US" sz="1600" spc="-30" dirty="0">
                <a:solidFill>
                  <a:srgbClr val="2B2E3C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</a:rPr>
              <a:t> </a:t>
            </a:r>
            <a:r>
              <a:rPr lang="en-US" sz="1600" spc="-30" dirty="0" err="1">
                <a:solidFill>
                  <a:srgbClr val="2B2E3C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</a:rPr>
              <a:t>за</a:t>
            </a:r>
            <a:r>
              <a:rPr lang="en-US" sz="1600" spc="-30" dirty="0">
                <a:solidFill>
                  <a:srgbClr val="2B2E3C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</a:rPr>
              <a:t> </a:t>
            </a:r>
            <a:r>
              <a:rPr lang="en-US" sz="1600" spc="-30" dirty="0" err="1">
                <a:solidFill>
                  <a:srgbClr val="2B2E3C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</a:rPr>
              <a:t>интеллектуальную</a:t>
            </a:r>
            <a:r>
              <a:rPr lang="en-US" sz="1600" spc="-30" dirty="0">
                <a:solidFill>
                  <a:srgbClr val="2B2E3C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</a:rPr>
              <a:t> </a:t>
            </a:r>
            <a:r>
              <a:rPr lang="en-US" sz="1600" spc="-30" dirty="0" err="1">
                <a:solidFill>
                  <a:srgbClr val="2B2E3C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</a:rPr>
              <a:t>остроту</a:t>
            </a:r>
            <a:r>
              <a:rPr lang="en-US" sz="1600" spc="-30" dirty="0">
                <a:solidFill>
                  <a:srgbClr val="2B2E3C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</a:rPr>
              <a:t>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94640" indent="-294640" algn="l">
              <a:lnSpc>
                <a:spcPct val="133000"/>
              </a:lnSpc>
              <a:buSzPct val="100000"/>
              <a:buChar char="•"/>
              <a:defRPr/>
            </a:pPr>
            <a:r>
              <a:rPr lang="en-US" sz="1600" spc="-30" dirty="0" err="1">
                <a:solidFill>
                  <a:srgbClr val="2B2E3C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</a:rPr>
              <a:t>Российская</a:t>
            </a:r>
            <a:r>
              <a:rPr lang="en-US" sz="1600" spc="-30" dirty="0">
                <a:solidFill>
                  <a:srgbClr val="2B2E3C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</a:rPr>
              <a:t> </a:t>
            </a:r>
            <a:r>
              <a:rPr lang="en-US" sz="1600" spc="-30" dirty="0" err="1">
                <a:solidFill>
                  <a:srgbClr val="2B2E3C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</a:rPr>
              <a:t>аудитория</a:t>
            </a:r>
            <a:r>
              <a:rPr lang="en-US" sz="1600" spc="-30" dirty="0">
                <a:solidFill>
                  <a:srgbClr val="2B2E3C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</a:rPr>
              <a:t>: </a:t>
            </a:r>
            <a:r>
              <a:rPr lang="en-US" sz="1600" spc="-30" dirty="0" err="1">
                <a:solidFill>
                  <a:srgbClr val="2B2E3C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</a:rPr>
              <a:t>интерес</a:t>
            </a:r>
            <a:r>
              <a:rPr lang="en-US" sz="1600" spc="-30" dirty="0">
                <a:solidFill>
                  <a:srgbClr val="2B2E3C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</a:rPr>
              <a:t> к </a:t>
            </a:r>
            <a:r>
              <a:rPr lang="en-US" sz="1600" spc="-30" dirty="0" err="1">
                <a:solidFill>
                  <a:srgbClr val="2B2E3C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</a:rPr>
              <a:t>теме</a:t>
            </a:r>
            <a:r>
              <a:rPr lang="en-US" sz="1600" spc="-30" dirty="0">
                <a:solidFill>
                  <a:srgbClr val="2B2E3C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</a:rPr>
              <a:t> </a:t>
            </a:r>
            <a:r>
              <a:rPr lang="en-US" sz="1600" spc="-30" dirty="0" err="1">
                <a:solidFill>
                  <a:srgbClr val="2B2E3C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</a:rPr>
              <a:t>цифровой</a:t>
            </a:r>
            <a:r>
              <a:rPr lang="en-US" sz="1600" spc="-30" dirty="0">
                <a:solidFill>
                  <a:srgbClr val="2B2E3C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</a:rPr>
              <a:t> </a:t>
            </a:r>
            <a:r>
              <a:rPr lang="en-US" sz="1600" spc="-30" dirty="0" err="1">
                <a:solidFill>
                  <a:srgbClr val="2B2E3C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</a:rPr>
              <a:t>трансформации</a:t>
            </a:r>
            <a:r>
              <a:rPr lang="en-US" sz="1600" spc="-30" dirty="0">
                <a:solidFill>
                  <a:srgbClr val="2B2E3C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</a:rPr>
              <a:t> и </a:t>
            </a:r>
            <a:r>
              <a:rPr lang="en-US" sz="1600" spc="-30" dirty="0" err="1">
                <a:solidFill>
                  <a:srgbClr val="2B2E3C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</a:rPr>
              <a:t>конфликтам</a:t>
            </a:r>
            <a:r>
              <a:rPr lang="en-US" sz="1600" spc="-30" dirty="0">
                <a:solidFill>
                  <a:srgbClr val="2B2E3C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</a:rPr>
              <a:t> </a:t>
            </a:r>
            <a:r>
              <a:rPr lang="en-US" sz="1600" spc="-30" dirty="0" err="1">
                <a:solidFill>
                  <a:srgbClr val="2B2E3C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</a:rPr>
              <a:t>стартапов</a:t>
            </a:r>
            <a:r>
              <a:rPr lang="en-US" sz="1600" spc="-30" dirty="0">
                <a:solidFill>
                  <a:srgbClr val="2B2E3C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</a:rPr>
              <a:t>; </a:t>
            </a:r>
            <a:r>
              <a:rPr lang="en-US" sz="1600" spc="-30" dirty="0" err="1">
                <a:solidFill>
                  <a:srgbClr val="2B2E3C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</a:rPr>
              <a:t>отмечают</a:t>
            </a:r>
            <a:r>
              <a:rPr lang="en-US" sz="1600" spc="-30" dirty="0">
                <a:solidFill>
                  <a:srgbClr val="2B2E3C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</a:rPr>
              <a:t> </a:t>
            </a:r>
            <a:r>
              <a:rPr lang="en-US" sz="1600" spc="-30" dirty="0" err="1">
                <a:solidFill>
                  <a:srgbClr val="2B2E3C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</a:rPr>
              <a:t>скорость</a:t>
            </a:r>
            <a:r>
              <a:rPr lang="en-US" sz="1600" spc="-30" dirty="0">
                <a:solidFill>
                  <a:srgbClr val="2B2E3C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</a:rPr>
              <a:t> </a:t>
            </a:r>
            <a:r>
              <a:rPr lang="en-US" sz="1600" spc="-30" dirty="0" err="1">
                <a:solidFill>
                  <a:srgbClr val="2B2E3C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</a:rPr>
              <a:t>повествования</a:t>
            </a:r>
            <a:r>
              <a:rPr lang="en-US" sz="1600" spc="-30" dirty="0">
                <a:solidFill>
                  <a:srgbClr val="2B2E3C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</a:rPr>
              <a:t>, </a:t>
            </a:r>
            <a:r>
              <a:rPr lang="en-US" sz="1600" spc="-30" dirty="0" err="1">
                <a:solidFill>
                  <a:srgbClr val="2B2E3C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</a:rPr>
              <a:t>иногда</a:t>
            </a:r>
            <a:r>
              <a:rPr lang="en-US" sz="1600" spc="-30" dirty="0">
                <a:solidFill>
                  <a:srgbClr val="2B2E3C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</a:rPr>
              <a:t> — </a:t>
            </a:r>
            <a:r>
              <a:rPr lang="en-US" sz="1600" spc="-30" dirty="0" err="1">
                <a:solidFill>
                  <a:srgbClr val="2B2E3C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</a:rPr>
              <a:t>холодность</a:t>
            </a:r>
            <a:r>
              <a:rPr lang="en-US" sz="1600" spc="-30" dirty="0">
                <a:solidFill>
                  <a:srgbClr val="2B2E3C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</a:rPr>
              <a:t> </a:t>
            </a:r>
            <a:r>
              <a:rPr lang="en-US" sz="1600" spc="-30" dirty="0" err="1">
                <a:solidFill>
                  <a:srgbClr val="2B2E3C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</a:rPr>
              <a:t>образов</a:t>
            </a:r>
            <a:r>
              <a:rPr lang="en-US" sz="1600" spc="-30" dirty="0">
                <a:solidFill>
                  <a:srgbClr val="2B2E3C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</a:rPr>
              <a:t>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94640" indent="-294640" algn="l">
              <a:lnSpc>
                <a:spcPct val="133000"/>
              </a:lnSpc>
              <a:buSzPct val="100000"/>
              <a:buChar char="•"/>
              <a:defRPr/>
            </a:pPr>
            <a:r>
              <a:rPr lang="en-US" sz="1600" spc="-30" dirty="0" err="1">
                <a:solidFill>
                  <a:srgbClr val="2B2E3C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</a:rPr>
              <a:t>Критика</a:t>
            </a:r>
            <a:r>
              <a:rPr lang="en-US" sz="1600" spc="-30" dirty="0">
                <a:solidFill>
                  <a:srgbClr val="2B2E3C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</a:rPr>
              <a:t>: </a:t>
            </a:r>
            <a:r>
              <a:rPr lang="en-US" sz="1600" spc="-30" dirty="0" err="1">
                <a:solidFill>
                  <a:srgbClr val="2B2E3C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</a:rPr>
              <a:t>обвинения</a:t>
            </a:r>
            <a:r>
              <a:rPr lang="en-US" sz="1600" spc="-30" dirty="0">
                <a:solidFill>
                  <a:srgbClr val="2B2E3C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</a:rPr>
              <a:t> в </a:t>
            </a:r>
            <a:r>
              <a:rPr lang="en-US" sz="1600" spc="-30" dirty="0" err="1">
                <a:solidFill>
                  <a:srgbClr val="2B2E3C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</a:rPr>
              <a:t>искажении</a:t>
            </a:r>
            <a:r>
              <a:rPr lang="en-US" sz="1600" spc="-30" dirty="0">
                <a:solidFill>
                  <a:srgbClr val="2B2E3C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</a:rPr>
              <a:t> </a:t>
            </a:r>
            <a:r>
              <a:rPr lang="en-US" sz="1600" spc="-30" dirty="0" err="1">
                <a:solidFill>
                  <a:srgbClr val="2B2E3C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</a:rPr>
              <a:t>фактов</a:t>
            </a:r>
            <a:r>
              <a:rPr lang="en-US" sz="1600" spc="-30" dirty="0">
                <a:solidFill>
                  <a:srgbClr val="2B2E3C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</a:rPr>
              <a:t> </a:t>
            </a:r>
            <a:r>
              <a:rPr lang="en-US" sz="1600" spc="-30" dirty="0" err="1">
                <a:solidFill>
                  <a:srgbClr val="2B2E3C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</a:rPr>
              <a:t>со</a:t>
            </a:r>
            <a:r>
              <a:rPr lang="en-US" sz="1600" spc="-30" dirty="0">
                <a:solidFill>
                  <a:srgbClr val="2B2E3C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</a:rPr>
              <a:t> </a:t>
            </a:r>
            <a:r>
              <a:rPr lang="en-US" sz="1600" spc="-30" dirty="0" err="1">
                <a:solidFill>
                  <a:srgbClr val="2B2E3C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</a:rPr>
              <a:t>стороны</a:t>
            </a:r>
            <a:r>
              <a:rPr lang="en-US" sz="1600" spc="-30" dirty="0">
                <a:solidFill>
                  <a:srgbClr val="2B2E3C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</a:rPr>
              <a:t> </a:t>
            </a:r>
            <a:r>
              <a:rPr lang="en-US" sz="1600" spc="-30" dirty="0" err="1">
                <a:solidFill>
                  <a:srgbClr val="2B2E3C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</a:rPr>
              <a:t>некоторых</a:t>
            </a:r>
            <a:r>
              <a:rPr lang="en-US" sz="1600" spc="-30" dirty="0">
                <a:solidFill>
                  <a:srgbClr val="2B2E3C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</a:rPr>
              <a:t> </a:t>
            </a:r>
            <a:r>
              <a:rPr lang="en-US" sz="1600" spc="-30" dirty="0" err="1">
                <a:solidFill>
                  <a:srgbClr val="2B2E3C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</a:rPr>
              <a:t>участников</a:t>
            </a:r>
            <a:r>
              <a:rPr lang="en-US" sz="1600" spc="-30" dirty="0">
                <a:solidFill>
                  <a:srgbClr val="2B2E3C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</a:rPr>
              <a:t> </a:t>
            </a:r>
            <a:r>
              <a:rPr lang="en-US" sz="1600" spc="-30" dirty="0" err="1">
                <a:solidFill>
                  <a:srgbClr val="2B2E3C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</a:rPr>
              <a:t>реальных</a:t>
            </a:r>
            <a:r>
              <a:rPr lang="en-US" sz="1600" spc="-30" dirty="0">
                <a:solidFill>
                  <a:srgbClr val="2B2E3C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</a:rPr>
              <a:t> </a:t>
            </a:r>
            <a:r>
              <a:rPr lang="en-US" sz="1600" spc="-30" dirty="0" err="1">
                <a:solidFill>
                  <a:srgbClr val="2B2E3C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</a:rPr>
              <a:t>событий</a:t>
            </a:r>
            <a:r>
              <a:rPr lang="en-US" sz="1600" spc="-30" dirty="0">
                <a:solidFill>
                  <a:srgbClr val="2B2E3C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</a:rPr>
              <a:t>; </a:t>
            </a:r>
            <a:r>
              <a:rPr lang="en-US" sz="1600" spc="-30" dirty="0" err="1">
                <a:solidFill>
                  <a:srgbClr val="2B2E3C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</a:rPr>
              <a:t>дискуссия</a:t>
            </a:r>
            <a:r>
              <a:rPr lang="en-US" sz="1600" spc="-30" dirty="0">
                <a:solidFill>
                  <a:srgbClr val="2B2E3C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</a:rPr>
              <a:t> о </a:t>
            </a:r>
            <a:r>
              <a:rPr lang="en-US" sz="1600" spc="-30" dirty="0" err="1">
                <a:solidFill>
                  <a:srgbClr val="2B2E3C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</a:rPr>
              <a:t>правде</a:t>
            </a:r>
            <a:r>
              <a:rPr lang="en-US" sz="1600" spc="-30" dirty="0">
                <a:solidFill>
                  <a:srgbClr val="2B2E3C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</a:rPr>
              <a:t> vs </a:t>
            </a:r>
            <a:r>
              <a:rPr lang="en-US" sz="1600" spc="-30" dirty="0" err="1">
                <a:solidFill>
                  <a:srgbClr val="2B2E3C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</a:rPr>
              <a:t>драме</a:t>
            </a:r>
            <a:r>
              <a:rPr lang="en-US" sz="1600" spc="-30" dirty="0">
                <a:solidFill>
                  <a:srgbClr val="2B2E3C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</a:rPr>
              <a:t>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6332776" y="1367433"/>
            <a:ext cx="5203794" cy="2973189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 bwMode="auto">
          <a:xfrm>
            <a:off x="661475" y="5150346"/>
            <a:ext cx="10868745" cy="25400"/>
          </a:xfrm>
          <a:prstGeom prst="roundRect">
            <a:avLst>
              <a:gd name="adj" fmla="val 49999"/>
            </a:avLst>
          </a:prstGeom>
          <a:solidFill>
            <a:srgbClr val="2B2E3C">
              <a:alpha val="50000"/>
            </a:srgbClr>
          </a:solidFill>
          <a:ln/>
        </p:spPr>
      </p:sp>
      <p:sp>
        <p:nvSpPr>
          <p:cNvPr id="6" name="Text 3"/>
          <p:cNvSpPr/>
          <p:nvPr/>
        </p:nvSpPr>
        <p:spPr bwMode="auto">
          <a:xfrm>
            <a:off x="661475" y="5435600"/>
            <a:ext cx="10868745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33000"/>
              </a:lnSpc>
              <a:buNone/>
              <a:defRPr/>
            </a:pPr>
            <a:r>
              <a:rPr lang="en-US" sz="2000" b="1" spc="-30" dirty="0" err="1">
                <a:solidFill>
                  <a:srgbClr val="2B2E3C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</a:rPr>
              <a:t>Ключевое</a:t>
            </a:r>
            <a:r>
              <a:rPr lang="en-US" sz="2000" b="1" spc="-30" dirty="0">
                <a:solidFill>
                  <a:srgbClr val="2B2E3C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</a:rPr>
              <a:t>: </a:t>
            </a:r>
            <a:r>
              <a:rPr lang="en-US" sz="2000" b="1" spc="-30" dirty="0" err="1">
                <a:solidFill>
                  <a:srgbClr val="2B2E3C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</a:rPr>
              <a:t>фильм</a:t>
            </a:r>
            <a:r>
              <a:rPr lang="en-US" sz="2000" b="1" spc="-30" dirty="0">
                <a:solidFill>
                  <a:srgbClr val="2B2E3C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</a:rPr>
              <a:t> </a:t>
            </a:r>
            <a:r>
              <a:rPr lang="en-US" sz="2000" b="1" spc="-30" dirty="0" err="1">
                <a:solidFill>
                  <a:srgbClr val="2B2E3C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</a:rPr>
              <a:t>важен</a:t>
            </a:r>
            <a:r>
              <a:rPr lang="en-US" sz="2000" b="1" spc="-30" dirty="0">
                <a:solidFill>
                  <a:srgbClr val="2B2E3C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</a:rPr>
              <a:t> </a:t>
            </a:r>
            <a:r>
              <a:rPr lang="en-US" sz="2000" b="1" spc="-30" dirty="0" err="1">
                <a:solidFill>
                  <a:srgbClr val="2B2E3C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</a:rPr>
              <a:t>как</a:t>
            </a:r>
            <a:r>
              <a:rPr lang="en-US" sz="2000" b="1" spc="-30" dirty="0">
                <a:solidFill>
                  <a:srgbClr val="2B2E3C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</a:rPr>
              <a:t> </a:t>
            </a:r>
            <a:r>
              <a:rPr lang="en-US" sz="2000" b="1" spc="-30" dirty="0" err="1">
                <a:solidFill>
                  <a:srgbClr val="2B2E3C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</a:rPr>
              <a:t>культурный</a:t>
            </a:r>
            <a:r>
              <a:rPr lang="en-US" sz="2000" b="1" spc="-30" dirty="0">
                <a:solidFill>
                  <a:srgbClr val="2B2E3C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</a:rPr>
              <a:t> </a:t>
            </a:r>
            <a:r>
              <a:rPr lang="en-US" sz="2000" b="1" spc="-30" dirty="0" err="1">
                <a:solidFill>
                  <a:srgbClr val="2B2E3C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</a:rPr>
              <a:t>артефакт</a:t>
            </a:r>
            <a:r>
              <a:rPr lang="en-US" sz="2000" b="1" spc="-30" dirty="0">
                <a:solidFill>
                  <a:srgbClr val="2B2E3C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</a:rPr>
              <a:t> </a:t>
            </a:r>
            <a:r>
              <a:rPr lang="en-US" sz="2000" b="1" spc="-30" dirty="0" err="1">
                <a:solidFill>
                  <a:srgbClr val="2B2E3C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</a:rPr>
              <a:t>эпохи</a:t>
            </a:r>
            <a:r>
              <a:rPr lang="en-US" sz="2000" b="1" spc="-30" dirty="0">
                <a:solidFill>
                  <a:srgbClr val="2B2E3C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</a:rPr>
              <a:t> </a:t>
            </a:r>
            <a:r>
              <a:rPr lang="en-US" sz="2000" b="1" spc="-30" dirty="0" err="1">
                <a:solidFill>
                  <a:srgbClr val="2B2E3C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</a:rPr>
              <a:t>интернета</a:t>
            </a:r>
            <a:r>
              <a:rPr lang="en-US" sz="2000" b="1" spc="-30" dirty="0">
                <a:solidFill>
                  <a:srgbClr val="2B2E3C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</a:rPr>
              <a:t> — </a:t>
            </a:r>
            <a:r>
              <a:rPr lang="en-US" sz="2000" b="1" spc="-30" dirty="0" err="1">
                <a:solidFill>
                  <a:srgbClr val="2B2E3C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</a:rPr>
              <a:t>вызывает</a:t>
            </a:r>
            <a:r>
              <a:rPr lang="en-US" sz="2000" b="1" spc="-30" dirty="0">
                <a:solidFill>
                  <a:srgbClr val="2B2E3C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</a:rPr>
              <a:t> </a:t>
            </a:r>
            <a:r>
              <a:rPr lang="en-US" sz="2000" b="1" spc="-30" dirty="0" err="1">
                <a:solidFill>
                  <a:srgbClr val="2B2E3C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</a:rPr>
              <a:t>вопросы</a:t>
            </a:r>
            <a:r>
              <a:rPr lang="en-US" sz="2000" b="1" spc="-30" dirty="0">
                <a:solidFill>
                  <a:srgbClr val="2B2E3C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</a:rPr>
              <a:t> о </a:t>
            </a:r>
            <a:r>
              <a:rPr lang="en-US" sz="2000" b="1" spc="-30" dirty="0" err="1">
                <a:solidFill>
                  <a:srgbClr val="2B2E3C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</a:rPr>
              <a:t>власти</a:t>
            </a:r>
            <a:r>
              <a:rPr lang="en-US" sz="2000" b="1" spc="-30" dirty="0">
                <a:solidFill>
                  <a:srgbClr val="2B2E3C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</a:rPr>
              <a:t>, </a:t>
            </a:r>
            <a:r>
              <a:rPr lang="en-US" sz="2000" b="1" spc="-30" dirty="0" err="1">
                <a:solidFill>
                  <a:srgbClr val="2B2E3C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</a:rPr>
              <a:t>дружбе</a:t>
            </a:r>
            <a:r>
              <a:rPr lang="en-US" sz="2000" b="1" spc="-30" dirty="0">
                <a:solidFill>
                  <a:srgbClr val="2B2E3C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</a:rPr>
              <a:t> и </a:t>
            </a:r>
            <a:r>
              <a:rPr lang="en-US" sz="2000" b="1" spc="-30" dirty="0" err="1">
                <a:solidFill>
                  <a:srgbClr val="2B2E3C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</a:rPr>
              <a:t>ответственности</a:t>
            </a:r>
            <a:r>
              <a:rPr lang="en-US" sz="2000" b="1" spc="-30" dirty="0">
                <a:solidFill>
                  <a:srgbClr val="2B2E3C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</a:rPr>
              <a:t>.</a:t>
            </a: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462218264" name="Рисунок 1462218263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9967760" y="6010274"/>
            <a:ext cx="2219325" cy="84772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 name="Slide 9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 bwMode="auto">
          <a:xfrm>
            <a:off x="661475" y="1763415"/>
            <a:ext cx="10868745" cy="472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  <a:defRPr/>
            </a:pPr>
            <a:r>
              <a:rPr lang="en-US" sz="2950" b="1" spc="-89" dirty="0" err="1">
                <a:solidFill>
                  <a:srgbClr val="2C3F42"/>
                </a:solidFill>
                <a:latin typeface="Times New Roman" panose="02020603050405020304" pitchFamily="18" charset="0"/>
                <a:ea typeface="Bitter Medium"/>
                <a:cs typeface="Times New Roman" panose="02020603050405020304" pitchFamily="18" charset="0"/>
              </a:rPr>
              <a:t>Наше</a:t>
            </a:r>
            <a:r>
              <a:rPr lang="en-US" sz="2950" b="1" spc="-89" dirty="0">
                <a:solidFill>
                  <a:srgbClr val="2C3F42"/>
                </a:solidFill>
                <a:latin typeface="Times New Roman" panose="02020603050405020304" pitchFamily="18" charset="0"/>
                <a:ea typeface="Bitter Medium"/>
                <a:cs typeface="Times New Roman" panose="02020603050405020304" pitchFamily="18" charset="0"/>
              </a:rPr>
              <a:t> </a:t>
            </a:r>
            <a:r>
              <a:rPr lang="en-US" sz="2950" b="1" spc="-89" dirty="0" err="1">
                <a:solidFill>
                  <a:srgbClr val="2C3F42"/>
                </a:solidFill>
                <a:latin typeface="Times New Roman" panose="02020603050405020304" pitchFamily="18" charset="0"/>
                <a:ea typeface="Bitter Medium"/>
                <a:cs typeface="Times New Roman" panose="02020603050405020304" pitchFamily="18" charset="0"/>
              </a:rPr>
              <a:t>впечатление</a:t>
            </a:r>
            <a:r>
              <a:rPr lang="en-US" sz="2950" b="1" spc="-89" dirty="0">
                <a:solidFill>
                  <a:srgbClr val="2C3F42"/>
                </a:solidFill>
                <a:latin typeface="Times New Roman" panose="02020603050405020304" pitchFamily="18" charset="0"/>
                <a:ea typeface="Bitter Medium"/>
                <a:cs typeface="Times New Roman" panose="02020603050405020304" pitchFamily="18" charset="0"/>
              </a:rPr>
              <a:t> и </a:t>
            </a:r>
            <a:r>
              <a:rPr lang="en-US" sz="2950" b="1" spc="-89" dirty="0" err="1">
                <a:solidFill>
                  <a:srgbClr val="2C3F42"/>
                </a:solidFill>
                <a:latin typeface="Times New Roman" panose="02020603050405020304" pitchFamily="18" charset="0"/>
                <a:ea typeface="Bitter Medium"/>
                <a:cs typeface="Times New Roman" panose="02020603050405020304" pitchFamily="18" charset="0"/>
              </a:rPr>
              <a:t>рекомендация</a:t>
            </a:r>
            <a:endParaRPr lang="en-US" sz="295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 bwMode="auto">
          <a:xfrm>
            <a:off x="661475" y="2537470"/>
            <a:ext cx="10927275" cy="111988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33000"/>
              </a:lnSpc>
              <a:buNone/>
              <a:defRPr/>
            </a:pPr>
            <a:r>
              <a:rPr lang="en-US" spc="-30" dirty="0" err="1">
                <a:solidFill>
                  <a:srgbClr val="2B2E3C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</a:rPr>
              <a:t>Фильм</a:t>
            </a:r>
            <a:r>
              <a:rPr lang="en-US" spc="-30" dirty="0">
                <a:solidFill>
                  <a:srgbClr val="2B2E3C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</a:rPr>
              <a:t> </a:t>
            </a:r>
            <a:r>
              <a:rPr lang="en-US" spc="-30" dirty="0" err="1">
                <a:solidFill>
                  <a:srgbClr val="2B2E3C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</a:rPr>
              <a:t>оставляет</a:t>
            </a:r>
            <a:r>
              <a:rPr lang="en-US" spc="-30" dirty="0">
                <a:solidFill>
                  <a:srgbClr val="2B2E3C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</a:rPr>
              <a:t> </a:t>
            </a:r>
            <a:r>
              <a:rPr lang="en-US" spc="-30" dirty="0" err="1">
                <a:solidFill>
                  <a:srgbClr val="2B2E3C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</a:rPr>
              <a:t>сильное</a:t>
            </a:r>
            <a:r>
              <a:rPr lang="en-US" spc="-30" dirty="0">
                <a:solidFill>
                  <a:srgbClr val="2B2E3C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</a:rPr>
              <a:t> </a:t>
            </a:r>
            <a:r>
              <a:rPr lang="en-US" spc="-30" dirty="0" err="1">
                <a:solidFill>
                  <a:srgbClr val="2B2E3C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</a:rPr>
              <a:t>интеллектуальное</a:t>
            </a:r>
            <a:r>
              <a:rPr lang="en-US" spc="-30" dirty="0">
                <a:solidFill>
                  <a:srgbClr val="2B2E3C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</a:rPr>
              <a:t> </a:t>
            </a:r>
            <a:r>
              <a:rPr lang="en-US" spc="-30" dirty="0" err="1">
                <a:solidFill>
                  <a:srgbClr val="2B2E3C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</a:rPr>
              <a:t>впечатление</a:t>
            </a:r>
            <a:r>
              <a:rPr lang="en-US" spc="-30" dirty="0">
                <a:solidFill>
                  <a:srgbClr val="2B2E3C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</a:rPr>
              <a:t>: </a:t>
            </a:r>
            <a:r>
              <a:rPr lang="en-US" spc="-30" dirty="0" err="1">
                <a:solidFill>
                  <a:srgbClr val="2B2E3C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</a:rPr>
              <a:t>блестящий</a:t>
            </a:r>
            <a:r>
              <a:rPr lang="en-US" spc="-30" dirty="0">
                <a:solidFill>
                  <a:srgbClr val="2B2E3C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</a:rPr>
              <a:t> </a:t>
            </a:r>
            <a:r>
              <a:rPr lang="en-US" spc="-30" dirty="0" err="1">
                <a:solidFill>
                  <a:srgbClr val="2B2E3C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</a:rPr>
              <a:t>сценарий</a:t>
            </a:r>
            <a:r>
              <a:rPr lang="en-US" spc="-30" dirty="0">
                <a:solidFill>
                  <a:srgbClr val="2B2E3C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</a:rPr>
              <a:t>, </a:t>
            </a:r>
            <a:r>
              <a:rPr lang="en-US" spc="-30" dirty="0" err="1">
                <a:solidFill>
                  <a:srgbClr val="2B2E3C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</a:rPr>
              <a:t>точная</a:t>
            </a:r>
            <a:r>
              <a:rPr lang="en-US" spc="-30" dirty="0">
                <a:solidFill>
                  <a:srgbClr val="2B2E3C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</a:rPr>
              <a:t> </a:t>
            </a:r>
            <a:r>
              <a:rPr lang="en-US" spc="-30" dirty="0" err="1">
                <a:solidFill>
                  <a:srgbClr val="2B2E3C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</a:rPr>
              <a:t>режиссура</a:t>
            </a:r>
            <a:r>
              <a:rPr lang="en-US" spc="-30" dirty="0">
                <a:solidFill>
                  <a:srgbClr val="2B2E3C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</a:rPr>
              <a:t> и </a:t>
            </a:r>
            <a:r>
              <a:rPr lang="en-US" spc="-30" dirty="0" err="1">
                <a:solidFill>
                  <a:srgbClr val="2B2E3C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</a:rPr>
              <a:t>сильные</a:t>
            </a:r>
            <a:r>
              <a:rPr lang="en-US" spc="-30" dirty="0">
                <a:solidFill>
                  <a:srgbClr val="2B2E3C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</a:rPr>
              <a:t> </a:t>
            </a:r>
            <a:r>
              <a:rPr lang="en-US" spc="-30" dirty="0" err="1">
                <a:solidFill>
                  <a:srgbClr val="2B2E3C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</a:rPr>
              <a:t>актёрские</a:t>
            </a:r>
            <a:r>
              <a:rPr lang="en-US" spc="-30" dirty="0">
                <a:solidFill>
                  <a:srgbClr val="2B2E3C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</a:rPr>
              <a:t> </a:t>
            </a:r>
            <a:r>
              <a:rPr lang="en-US" spc="-30" dirty="0" err="1">
                <a:solidFill>
                  <a:srgbClr val="2B2E3C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</a:rPr>
              <a:t>работы</a:t>
            </a:r>
            <a:r>
              <a:rPr lang="en-US" spc="-30" dirty="0">
                <a:solidFill>
                  <a:srgbClr val="2B2E3C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</a:rPr>
              <a:t>. </a:t>
            </a:r>
            <a:r>
              <a:rPr lang="en-US" spc="-30" dirty="0" err="1">
                <a:solidFill>
                  <a:srgbClr val="2B2E3C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</a:rPr>
              <a:t>Он</a:t>
            </a:r>
            <a:r>
              <a:rPr lang="en-US" spc="-30" dirty="0">
                <a:solidFill>
                  <a:srgbClr val="2B2E3C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</a:rPr>
              <a:t> </a:t>
            </a:r>
            <a:r>
              <a:rPr lang="en-US" spc="-30" dirty="0" err="1">
                <a:solidFill>
                  <a:srgbClr val="2B2E3C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</a:rPr>
              <a:t>отлично</a:t>
            </a:r>
            <a:r>
              <a:rPr lang="en-US" spc="-30" dirty="0">
                <a:solidFill>
                  <a:srgbClr val="2B2E3C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</a:rPr>
              <a:t> </a:t>
            </a:r>
            <a:r>
              <a:rPr lang="en-US" spc="-30" dirty="0" err="1">
                <a:solidFill>
                  <a:srgbClr val="2B2E3C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</a:rPr>
              <a:t>подходит</a:t>
            </a:r>
            <a:r>
              <a:rPr lang="en-US" spc="-30" dirty="0">
                <a:solidFill>
                  <a:srgbClr val="2B2E3C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</a:rPr>
              <a:t> </a:t>
            </a:r>
            <a:r>
              <a:rPr lang="en-US" spc="-30" dirty="0" err="1">
                <a:solidFill>
                  <a:srgbClr val="2B2E3C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</a:rPr>
              <a:t>для</a:t>
            </a:r>
            <a:r>
              <a:rPr lang="en-US" spc="-30" dirty="0">
                <a:solidFill>
                  <a:srgbClr val="2B2E3C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</a:rPr>
              <a:t> </a:t>
            </a:r>
            <a:r>
              <a:rPr lang="en-US" spc="-30" dirty="0" err="1">
                <a:solidFill>
                  <a:srgbClr val="2B2E3C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</a:rPr>
              <a:t>анализа</a:t>
            </a:r>
            <a:r>
              <a:rPr lang="en-US" spc="-30" dirty="0">
                <a:solidFill>
                  <a:srgbClr val="2B2E3C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</a:rPr>
              <a:t> — </a:t>
            </a:r>
            <a:r>
              <a:rPr lang="en-US" spc="-30" dirty="0" err="1">
                <a:solidFill>
                  <a:srgbClr val="2B2E3C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</a:rPr>
              <a:t>как</a:t>
            </a:r>
            <a:r>
              <a:rPr lang="en-US" spc="-30" dirty="0">
                <a:solidFill>
                  <a:srgbClr val="2B2E3C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</a:rPr>
              <a:t> </a:t>
            </a:r>
            <a:r>
              <a:rPr lang="en-US" spc="-30" dirty="0" err="1">
                <a:solidFill>
                  <a:srgbClr val="2B2E3C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</a:rPr>
              <a:t>пример</a:t>
            </a:r>
            <a:r>
              <a:rPr lang="en-US" spc="-30" dirty="0">
                <a:solidFill>
                  <a:srgbClr val="2B2E3C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</a:rPr>
              <a:t> </a:t>
            </a:r>
            <a:r>
              <a:rPr lang="en-US" spc="-30" dirty="0" err="1">
                <a:solidFill>
                  <a:srgbClr val="2B2E3C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</a:rPr>
              <a:t>современной</a:t>
            </a:r>
            <a:r>
              <a:rPr lang="en-US" spc="-30" dirty="0">
                <a:solidFill>
                  <a:srgbClr val="2B2E3C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</a:rPr>
              <a:t> </a:t>
            </a:r>
            <a:r>
              <a:rPr lang="en-US" spc="-30" dirty="0" err="1">
                <a:solidFill>
                  <a:srgbClr val="2B2E3C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</a:rPr>
              <a:t>биографической</a:t>
            </a:r>
            <a:r>
              <a:rPr lang="en-US" spc="-30" dirty="0">
                <a:solidFill>
                  <a:srgbClr val="2B2E3C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</a:rPr>
              <a:t> </a:t>
            </a:r>
            <a:r>
              <a:rPr lang="en-US" spc="-30" dirty="0" err="1">
                <a:solidFill>
                  <a:srgbClr val="2B2E3C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</a:rPr>
              <a:t>драмы</a:t>
            </a:r>
            <a:r>
              <a:rPr lang="en-US" spc="-30" dirty="0">
                <a:solidFill>
                  <a:srgbClr val="2B2E3C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</a:rPr>
              <a:t>, </a:t>
            </a:r>
            <a:r>
              <a:rPr lang="en-US" spc="-30" dirty="0" err="1">
                <a:solidFill>
                  <a:srgbClr val="2B2E3C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</a:rPr>
              <a:t>где</a:t>
            </a:r>
            <a:r>
              <a:rPr lang="en-US" spc="-30" dirty="0">
                <a:solidFill>
                  <a:srgbClr val="2B2E3C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</a:rPr>
              <a:t> </a:t>
            </a:r>
            <a:r>
              <a:rPr lang="en-US" spc="-30" dirty="0" err="1">
                <a:solidFill>
                  <a:srgbClr val="2B2E3C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</a:rPr>
              <a:t>факт</a:t>
            </a:r>
            <a:r>
              <a:rPr lang="en-US" spc="-30" dirty="0">
                <a:solidFill>
                  <a:srgbClr val="2B2E3C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</a:rPr>
              <a:t> и </a:t>
            </a:r>
            <a:r>
              <a:rPr lang="en-US" spc="-30" dirty="0" err="1">
                <a:solidFill>
                  <a:srgbClr val="2B2E3C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</a:rPr>
              <a:t>интерпретация</a:t>
            </a:r>
            <a:r>
              <a:rPr lang="en-US" spc="-30" dirty="0">
                <a:solidFill>
                  <a:srgbClr val="2B2E3C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</a:rPr>
              <a:t> </a:t>
            </a:r>
            <a:r>
              <a:rPr lang="en-US" spc="-30" dirty="0" err="1">
                <a:solidFill>
                  <a:srgbClr val="2B2E3C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</a:rPr>
              <a:t>сосуществуют</a:t>
            </a:r>
            <a:r>
              <a:rPr lang="en-US" spc="-30" dirty="0">
                <a:solidFill>
                  <a:srgbClr val="2B2E3C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</a:rPr>
              <a:t>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hape 2"/>
          <p:cNvSpPr/>
          <p:nvPr/>
        </p:nvSpPr>
        <p:spPr bwMode="auto">
          <a:xfrm>
            <a:off x="661475" y="4492128"/>
            <a:ext cx="10799970" cy="907257"/>
          </a:xfrm>
          <a:prstGeom prst="roundRect">
            <a:avLst>
              <a:gd name="adj" fmla="val 5834"/>
            </a:avLst>
          </a:prstGeom>
          <a:solidFill>
            <a:srgbClr val="FCE2CF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876300" y="4826490"/>
            <a:ext cx="298126" cy="23853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 bwMode="auto">
          <a:xfrm>
            <a:off x="1389251" y="4776507"/>
            <a:ext cx="10141577" cy="30309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  <a:defRPr/>
            </a:pPr>
            <a:r>
              <a:rPr lang="en-US" sz="1600" b="1" spc="-30" dirty="0" err="1">
                <a:solidFill>
                  <a:srgbClr val="000000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</a:rPr>
              <a:t>Рекомендуем</a:t>
            </a:r>
            <a:r>
              <a:rPr lang="en-US" sz="1600" b="1" spc="-30" dirty="0">
                <a:solidFill>
                  <a:srgbClr val="000000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</a:rPr>
              <a:t> к </a:t>
            </a:r>
            <a:r>
              <a:rPr lang="en-US" sz="1600" b="1" spc="-30" dirty="0" err="1">
                <a:solidFill>
                  <a:srgbClr val="000000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</a:rPr>
              <a:t>просмотру</a:t>
            </a:r>
            <a:r>
              <a:rPr lang="en-US" sz="1600" b="1" spc="-30" dirty="0">
                <a:solidFill>
                  <a:srgbClr val="000000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</a:rPr>
              <a:t> </a:t>
            </a:r>
            <a:r>
              <a:rPr lang="en-US" sz="1600" b="1" spc="-30" dirty="0" err="1">
                <a:solidFill>
                  <a:srgbClr val="000000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</a:rPr>
              <a:t>тем</a:t>
            </a:r>
            <a:r>
              <a:rPr lang="en-US" sz="1600" b="1" spc="-30" dirty="0">
                <a:solidFill>
                  <a:srgbClr val="000000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</a:rPr>
              <a:t>, </a:t>
            </a:r>
            <a:r>
              <a:rPr lang="en-US" sz="1600" b="1" spc="-30" dirty="0" err="1">
                <a:solidFill>
                  <a:srgbClr val="000000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</a:rPr>
              <a:t>кто</a:t>
            </a:r>
            <a:r>
              <a:rPr lang="en-US" sz="1600" b="1" spc="-30" dirty="0">
                <a:solidFill>
                  <a:srgbClr val="000000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</a:rPr>
              <a:t> </a:t>
            </a:r>
            <a:r>
              <a:rPr lang="en-US" sz="1600" b="1" spc="-30" dirty="0" err="1">
                <a:solidFill>
                  <a:srgbClr val="000000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</a:rPr>
              <a:t>интересуется</a:t>
            </a:r>
            <a:r>
              <a:rPr lang="en-US" sz="1600" b="1" spc="-30" dirty="0">
                <a:solidFill>
                  <a:srgbClr val="000000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</a:rPr>
              <a:t> </a:t>
            </a:r>
            <a:r>
              <a:rPr lang="en-US" sz="1600" b="1" spc="-30" dirty="0" err="1">
                <a:solidFill>
                  <a:srgbClr val="000000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</a:rPr>
              <a:t>медиа</a:t>
            </a:r>
            <a:r>
              <a:rPr lang="en-US" sz="1600" b="1" spc="-30" dirty="0">
                <a:solidFill>
                  <a:srgbClr val="000000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</a:rPr>
              <a:t>, IT-</a:t>
            </a:r>
            <a:r>
              <a:rPr lang="en-US" sz="1600" b="1" spc="-30" dirty="0" err="1">
                <a:solidFill>
                  <a:srgbClr val="000000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</a:rPr>
              <a:t>историями</a:t>
            </a:r>
            <a:r>
              <a:rPr lang="en-US" sz="1600" b="1" spc="-30" dirty="0">
                <a:solidFill>
                  <a:srgbClr val="000000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</a:rPr>
              <a:t> и </a:t>
            </a:r>
            <a:r>
              <a:rPr lang="en-US" sz="1600" b="1" spc="-30" dirty="0" err="1">
                <a:solidFill>
                  <a:srgbClr val="000000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</a:rPr>
              <a:t>этическими</a:t>
            </a:r>
            <a:r>
              <a:rPr lang="en-US" sz="1600" b="1" spc="-30" dirty="0">
                <a:solidFill>
                  <a:srgbClr val="000000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</a:rPr>
              <a:t> </a:t>
            </a:r>
            <a:r>
              <a:rPr lang="en-US" sz="1600" b="1" spc="-30" dirty="0" err="1">
                <a:solidFill>
                  <a:srgbClr val="000000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</a:rPr>
              <a:t>дилеммами</a:t>
            </a:r>
            <a:r>
              <a:rPr lang="en-US" sz="1600" b="1" spc="-30" dirty="0">
                <a:solidFill>
                  <a:srgbClr val="000000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</a:rPr>
              <a:t> </a:t>
            </a:r>
            <a:r>
              <a:rPr lang="en-US" sz="1600" b="1" spc="-30" dirty="0" err="1">
                <a:solidFill>
                  <a:srgbClr val="000000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</a:rPr>
              <a:t>успеха</a:t>
            </a:r>
            <a:r>
              <a:rPr lang="en-US" sz="1600" b="1" spc="-30" dirty="0">
                <a:solidFill>
                  <a:srgbClr val="000000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</a:rPr>
              <a:t>. </a:t>
            </a:r>
            <a:endParaRPr 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850718482" name="Рисунок 1850718481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9967760" y="6010274"/>
            <a:ext cx="2219325" cy="84772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 name="Slide 10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 bwMode="auto">
          <a:xfrm>
            <a:off x="661475" y="1267420"/>
            <a:ext cx="6296860" cy="472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  <a:defRPr/>
            </a:pPr>
            <a:r>
              <a:rPr lang="en-US" sz="2950" b="1" spc="-89" dirty="0" err="1">
                <a:solidFill>
                  <a:srgbClr val="2C3F42"/>
                </a:solidFill>
                <a:latin typeface="Times New Roman" panose="02020603050405020304" pitchFamily="18" charset="0"/>
                <a:ea typeface="Bitter Medium"/>
                <a:cs typeface="Times New Roman" panose="02020603050405020304" pitchFamily="18" charset="0"/>
              </a:rPr>
              <a:t>Ключевые</a:t>
            </a:r>
            <a:r>
              <a:rPr lang="en-US" sz="2950" b="1" spc="-89" dirty="0">
                <a:solidFill>
                  <a:srgbClr val="2C3F42"/>
                </a:solidFill>
                <a:latin typeface="Times New Roman" panose="02020603050405020304" pitchFamily="18" charset="0"/>
                <a:ea typeface="Bitter Medium"/>
                <a:cs typeface="Times New Roman" panose="02020603050405020304" pitchFamily="18" charset="0"/>
              </a:rPr>
              <a:t> </a:t>
            </a:r>
            <a:r>
              <a:rPr lang="en-US" sz="2950" b="1" spc="-89" dirty="0" err="1">
                <a:solidFill>
                  <a:srgbClr val="2C3F42"/>
                </a:solidFill>
                <a:latin typeface="Times New Roman" panose="02020603050405020304" pitchFamily="18" charset="0"/>
                <a:ea typeface="Bitter Medium"/>
                <a:cs typeface="Times New Roman" panose="02020603050405020304" pitchFamily="18" charset="0"/>
              </a:rPr>
              <a:t>выводы</a:t>
            </a:r>
            <a:r>
              <a:rPr lang="en-US" sz="2950" b="1" spc="-89" dirty="0">
                <a:solidFill>
                  <a:srgbClr val="2C3F42"/>
                </a:solidFill>
                <a:latin typeface="Times New Roman" panose="02020603050405020304" pitchFamily="18" charset="0"/>
                <a:ea typeface="Bitter Medium"/>
                <a:cs typeface="Times New Roman" panose="02020603050405020304" pitchFamily="18" charset="0"/>
              </a:rPr>
              <a:t> — </a:t>
            </a:r>
            <a:r>
              <a:rPr lang="en-US" sz="2950" b="1" spc="-89" dirty="0" err="1">
                <a:solidFill>
                  <a:srgbClr val="2C3F42"/>
                </a:solidFill>
                <a:latin typeface="Times New Roman" panose="02020603050405020304" pitchFamily="18" charset="0"/>
                <a:ea typeface="Bitter Medium"/>
                <a:cs typeface="Times New Roman" panose="02020603050405020304" pitchFamily="18" charset="0"/>
              </a:rPr>
              <a:t>кратко</a:t>
            </a:r>
            <a:endParaRPr lang="en-US" sz="295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1"/>
          <p:cNvSpPr/>
          <p:nvPr/>
        </p:nvSpPr>
        <p:spPr bwMode="auto">
          <a:xfrm>
            <a:off x="661475" y="2023368"/>
            <a:ext cx="6296860" cy="30521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94640" indent="-294640" algn="l">
              <a:lnSpc>
                <a:spcPct val="133000"/>
              </a:lnSpc>
              <a:buSzPct val="100000"/>
              <a:buChar char="•"/>
              <a:defRPr/>
            </a:pPr>
            <a:r>
              <a:rPr lang="en-US" sz="1600" spc="-30" dirty="0" err="1">
                <a:solidFill>
                  <a:srgbClr val="2B2E3C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</a:rPr>
              <a:t>Жанр</a:t>
            </a:r>
            <a:r>
              <a:rPr lang="en-US" sz="1600" spc="-30" dirty="0">
                <a:solidFill>
                  <a:srgbClr val="2B2E3C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</a:rPr>
              <a:t>: </a:t>
            </a:r>
            <a:r>
              <a:rPr lang="en-US" sz="1600" spc="-30" dirty="0" err="1">
                <a:solidFill>
                  <a:srgbClr val="2B2E3C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</a:rPr>
              <a:t>биографическая</a:t>
            </a:r>
            <a:r>
              <a:rPr lang="en-US" sz="1600" spc="-30" dirty="0">
                <a:solidFill>
                  <a:srgbClr val="2B2E3C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</a:rPr>
              <a:t> </a:t>
            </a:r>
            <a:r>
              <a:rPr lang="en-US" sz="1600" spc="-30" dirty="0" err="1">
                <a:solidFill>
                  <a:srgbClr val="2B2E3C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</a:rPr>
              <a:t>драма</a:t>
            </a:r>
            <a:r>
              <a:rPr lang="en-US" sz="1600" spc="-30" dirty="0">
                <a:solidFill>
                  <a:srgbClr val="2B2E3C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</a:rPr>
              <a:t> с </a:t>
            </a:r>
            <a:r>
              <a:rPr lang="en-US" sz="1600" spc="-30" dirty="0" err="1">
                <a:solidFill>
                  <a:srgbClr val="2B2E3C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</a:rPr>
              <a:t>элементами</a:t>
            </a:r>
            <a:r>
              <a:rPr lang="en-US" sz="1600" spc="-30" dirty="0">
                <a:solidFill>
                  <a:srgbClr val="2B2E3C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</a:rPr>
              <a:t> </a:t>
            </a:r>
            <a:r>
              <a:rPr lang="en-US" sz="1600" spc="-30" dirty="0" err="1">
                <a:solidFill>
                  <a:srgbClr val="2B2E3C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</a:rPr>
              <a:t>судебной</a:t>
            </a:r>
            <a:r>
              <a:rPr lang="en-US" sz="1600" spc="-30" dirty="0">
                <a:solidFill>
                  <a:srgbClr val="2B2E3C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</a:rPr>
              <a:t> </a:t>
            </a:r>
            <a:r>
              <a:rPr lang="en-US" sz="1600" spc="-30" dirty="0" err="1">
                <a:solidFill>
                  <a:srgbClr val="2B2E3C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</a:rPr>
              <a:t>истории</a:t>
            </a:r>
            <a:r>
              <a:rPr lang="en-US" sz="1600" spc="-30" dirty="0">
                <a:solidFill>
                  <a:srgbClr val="2B2E3C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</a:rPr>
              <a:t>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94640" indent="-294640" algn="l">
              <a:lnSpc>
                <a:spcPct val="133000"/>
              </a:lnSpc>
              <a:buSzPct val="100000"/>
              <a:buChar char="•"/>
              <a:defRPr/>
            </a:pPr>
            <a:r>
              <a:rPr lang="en-US" sz="1600" spc="-30" dirty="0" err="1">
                <a:solidFill>
                  <a:srgbClr val="2B2E3C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</a:rPr>
              <a:t>Сюжет</a:t>
            </a:r>
            <a:r>
              <a:rPr lang="en-US" sz="1600" spc="-30" dirty="0">
                <a:solidFill>
                  <a:srgbClr val="2B2E3C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</a:rPr>
              <a:t>: </a:t>
            </a:r>
            <a:r>
              <a:rPr lang="en-US" sz="1600" spc="-30" dirty="0" err="1">
                <a:solidFill>
                  <a:srgbClr val="2B2E3C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</a:rPr>
              <a:t>возникновение</a:t>
            </a:r>
            <a:r>
              <a:rPr lang="en-US" sz="1600" spc="-30" dirty="0">
                <a:solidFill>
                  <a:srgbClr val="2B2E3C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</a:rPr>
              <a:t> </a:t>
            </a:r>
            <a:r>
              <a:rPr lang="en-US" sz="1600" spc="-30" dirty="0" err="1">
                <a:solidFill>
                  <a:srgbClr val="2B2E3C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</a:rPr>
              <a:t>идеи</a:t>
            </a:r>
            <a:r>
              <a:rPr lang="en-US" sz="1600" spc="-30" dirty="0">
                <a:solidFill>
                  <a:srgbClr val="2B2E3C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</a:rPr>
              <a:t> и </a:t>
            </a:r>
            <a:r>
              <a:rPr lang="en-US" sz="1600" spc="-30" dirty="0" err="1">
                <a:solidFill>
                  <a:srgbClr val="2B2E3C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</a:rPr>
              <a:t>последствия</a:t>
            </a:r>
            <a:r>
              <a:rPr lang="en-US" sz="1600" spc="-30" dirty="0">
                <a:solidFill>
                  <a:srgbClr val="2B2E3C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</a:rPr>
              <a:t> 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94640" indent="-294640" algn="l">
              <a:lnSpc>
                <a:spcPct val="133000"/>
              </a:lnSpc>
              <a:buSzPct val="100000"/>
              <a:buChar char="•"/>
              <a:defRPr/>
            </a:pPr>
            <a:r>
              <a:rPr lang="en-US" sz="1600" spc="-30" dirty="0" err="1">
                <a:solidFill>
                  <a:srgbClr val="2B2E3C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</a:rPr>
              <a:t>История</a:t>
            </a:r>
            <a:r>
              <a:rPr lang="en-US" sz="1600" spc="-30" dirty="0">
                <a:solidFill>
                  <a:srgbClr val="2B2E3C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</a:rPr>
              <a:t> </a:t>
            </a:r>
            <a:r>
              <a:rPr lang="en-US" sz="1600" spc="-30" dirty="0" err="1">
                <a:solidFill>
                  <a:srgbClr val="2B2E3C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</a:rPr>
              <a:t>основана</a:t>
            </a:r>
            <a:r>
              <a:rPr lang="en-US" sz="1600" spc="-30" dirty="0">
                <a:solidFill>
                  <a:srgbClr val="2B2E3C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</a:rPr>
              <a:t> </a:t>
            </a:r>
            <a:r>
              <a:rPr lang="en-US" sz="1600" spc="-30" dirty="0" err="1">
                <a:solidFill>
                  <a:srgbClr val="2B2E3C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</a:rPr>
              <a:t>на</a:t>
            </a:r>
            <a:r>
              <a:rPr lang="en-US" sz="1600" spc="-30" dirty="0">
                <a:solidFill>
                  <a:srgbClr val="2B2E3C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</a:rPr>
              <a:t> </a:t>
            </a:r>
            <a:r>
              <a:rPr lang="en-US" sz="1600" spc="-30" dirty="0" err="1">
                <a:solidFill>
                  <a:srgbClr val="2B2E3C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</a:rPr>
              <a:t>реальных</a:t>
            </a:r>
            <a:r>
              <a:rPr lang="en-US" sz="1600" spc="-30" dirty="0">
                <a:solidFill>
                  <a:srgbClr val="2B2E3C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</a:rPr>
              <a:t> </a:t>
            </a:r>
            <a:r>
              <a:rPr lang="en-US" sz="1600" spc="-30" dirty="0" err="1">
                <a:solidFill>
                  <a:srgbClr val="2B2E3C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</a:rPr>
              <a:t>событиях</a:t>
            </a:r>
            <a:r>
              <a:rPr lang="en-US" sz="1600" spc="-30" dirty="0">
                <a:solidFill>
                  <a:srgbClr val="2B2E3C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</a:rPr>
              <a:t>, </a:t>
            </a:r>
            <a:r>
              <a:rPr lang="en-US" sz="1600" spc="-30" dirty="0" err="1">
                <a:solidFill>
                  <a:srgbClr val="2B2E3C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</a:rPr>
              <a:t>но</a:t>
            </a:r>
            <a:r>
              <a:rPr lang="en-US" sz="1600" spc="-30" dirty="0">
                <a:solidFill>
                  <a:srgbClr val="2B2E3C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</a:rPr>
              <a:t> </a:t>
            </a:r>
            <a:r>
              <a:rPr lang="en-US" sz="1600" spc="-30" dirty="0" err="1">
                <a:solidFill>
                  <a:srgbClr val="2B2E3C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</a:rPr>
              <a:t>драматизирована</a:t>
            </a:r>
            <a:r>
              <a:rPr lang="en-US" sz="1600" spc="-30" dirty="0">
                <a:solidFill>
                  <a:srgbClr val="2B2E3C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</a:rPr>
              <a:t>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94640" indent="-294640" algn="l">
              <a:lnSpc>
                <a:spcPct val="133000"/>
              </a:lnSpc>
              <a:buSzPct val="100000"/>
              <a:buChar char="•"/>
              <a:defRPr/>
            </a:pPr>
            <a:r>
              <a:rPr lang="en-US" sz="1600" spc="-30" dirty="0" err="1">
                <a:solidFill>
                  <a:srgbClr val="2B2E3C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</a:rPr>
              <a:t>Художественные</a:t>
            </a:r>
            <a:r>
              <a:rPr lang="en-US" sz="1600" spc="-30" dirty="0">
                <a:solidFill>
                  <a:srgbClr val="2B2E3C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</a:rPr>
              <a:t> </a:t>
            </a:r>
            <a:r>
              <a:rPr lang="en-US" sz="1600" spc="-30" dirty="0" err="1">
                <a:solidFill>
                  <a:srgbClr val="2B2E3C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</a:rPr>
              <a:t>приёмы</a:t>
            </a:r>
            <a:r>
              <a:rPr lang="en-US" sz="1600" spc="-30" dirty="0">
                <a:solidFill>
                  <a:srgbClr val="2B2E3C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</a:rPr>
              <a:t>: </a:t>
            </a:r>
            <a:r>
              <a:rPr lang="en-US" sz="1600" spc="-30" dirty="0" err="1">
                <a:solidFill>
                  <a:srgbClr val="2B2E3C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</a:rPr>
              <a:t>холодная</a:t>
            </a:r>
            <a:r>
              <a:rPr lang="en-US" sz="1600" spc="-30" dirty="0">
                <a:solidFill>
                  <a:srgbClr val="2B2E3C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</a:rPr>
              <a:t> </a:t>
            </a:r>
            <a:r>
              <a:rPr lang="en-US" sz="1600" spc="-30" dirty="0" err="1">
                <a:solidFill>
                  <a:srgbClr val="2B2E3C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</a:rPr>
              <a:t>цветовая</a:t>
            </a:r>
            <a:r>
              <a:rPr lang="en-US" sz="1600" spc="-30" dirty="0">
                <a:solidFill>
                  <a:srgbClr val="2B2E3C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</a:rPr>
              <a:t> </a:t>
            </a:r>
            <a:r>
              <a:rPr lang="en-US" sz="1600" spc="-30" dirty="0" err="1">
                <a:solidFill>
                  <a:srgbClr val="2B2E3C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</a:rPr>
              <a:t>палитра</a:t>
            </a:r>
            <a:r>
              <a:rPr lang="en-US" sz="1600" spc="-30" dirty="0">
                <a:solidFill>
                  <a:srgbClr val="2B2E3C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</a:rPr>
              <a:t>, </a:t>
            </a:r>
            <a:r>
              <a:rPr lang="en-US" sz="1600" spc="-30" dirty="0" err="1">
                <a:solidFill>
                  <a:srgbClr val="2B2E3C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</a:rPr>
              <a:t>минималистичная</a:t>
            </a:r>
            <a:r>
              <a:rPr lang="en-US" sz="1600" spc="-30" dirty="0">
                <a:solidFill>
                  <a:srgbClr val="2B2E3C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</a:rPr>
              <a:t> </a:t>
            </a:r>
            <a:r>
              <a:rPr lang="en-US" sz="1600" spc="-30" dirty="0" err="1">
                <a:solidFill>
                  <a:srgbClr val="2B2E3C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</a:rPr>
              <a:t>музыка</a:t>
            </a:r>
            <a:r>
              <a:rPr lang="en-US" sz="1600" spc="-30" dirty="0">
                <a:solidFill>
                  <a:srgbClr val="2B2E3C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</a:rPr>
              <a:t>, </a:t>
            </a:r>
            <a:r>
              <a:rPr lang="en-US" sz="1600" spc="-30" dirty="0" err="1">
                <a:solidFill>
                  <a:srgbClr val="2B2E3C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</a:rPr>
              <a:t>монтаж</a:t>
            </a:r>
            <a:r>
              <a:rPr lang="en-US" sz="1600" spc="-30" dirty="0">
                <a:solidFill>
                  <a:srgbClr val="2B2E3C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</a:rPr>
              <a:t>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94640" indent="-294640" algn="l">
              <a:lnSpc>
                <a:spcPct val="133000"/>
              </a:lnSpc>
              <a:buSzPct val="100000"/>
              <a:buChar char="•"/>
              <a:defRPr/>
            </a:pPr>
            <a:r>
              <a:rPr lang="en-US" sz="1600" spc="-30" dirty="0" err="1">
                <a:solidFill>
                  <a:srgbClr val="2B2E3C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</a:rPr>
              <a:t>Реакция</a:t>
            </a:r>
            <a:r>
              <a:rPr lang="en-US" sz="1600" spc="-30" dirty="0">
                <a:solidFill>
                  <a:srgbClr val="2B2E3C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</a:rPr>
              <a:t>: </a:t>
            </a:r>
            <a:r>
              <a:rPr lang="en-US" sz="1600" spc="-30" dirty="0" err="1">
                <a:solidFill>
                  <a:srgbClr val="2B2E3C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</a:rPr>
              <a:t>международное</a:t>
            </a:r>
            <a:r>
              <a:rPr lang="en-US" sz="1600" spc="-30" dirty="0">
                <a:solidFill>
                  <a:srgbClr val="2B2E3C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</a:rPr>
              <a:t> </a:t>
            </a:r>
            <a:r>
              <a:rPr lang="en-US" sz="1600" spc="-30" dirty="0" err="1">
                <a:solidFill>
                  <a:srgbClr val="2B2E3C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</a:rPr>
              <a:t>признание</a:t>
            </a:r>
            <a:r>
              <a:rPr lang="en-US" sz="1600" spc="-30" dirty="0">
                <a:solidFill>
                  <a:srgbClr val="2B2E3C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</a:rPr>
              <a:t>, </a:t>
            </a:r>
            <a:r>
              <a:rPr lang="en-US" sz="1600" spc="-30" dirty="0" err="1">
                <a:solidFill>
                  <a:srgbClr val="2B2E3C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</a:rPr>
              <a:t>локальная</a:t>
            </a:r>
            <a:r>
              <a:rPr lang="en-US" sz="1600" spc="-30" dirty="0">
                <a:solidFill>
                  <a:srgbClr val="2B2E3C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</a:rPr>
              <a:t> </a:t>
            </a:r>
            <a:r>
              <a:rPr lang="en-US" sz="1600" spc="-30" dirty="0" err="1">
                <a:solidFill>
                  <a:srgbClr val="2B2E3C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</a:rPr>
              <a:t>дискуссия</a:t>
            </a:r>
            <a:r>
              <a:rPr lang="en-US" sz="1600" spc="-30" dirty="0">
                <a:solidFill>
                  <a:srgbClr val="2B2E3C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</a:rPr>
              <a:t> о </a:t>
            </a:r>
            <a:r>
              <a:rPr lang="en-US" sz="1600" spc="-30" dirty="0" err="1">
                <a:solidFill>
                  <a:srgbClr val="2B2E3C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</a:rPr>
              <a:t>точности</a:t>
            </a:r>
            <a:r>
              <a:rPr lang="en-US" sz="1600" spc="-30" dirty="0">
                <a:solidFill>
                  <a:srgbClr val="2B2E3C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</a:rPr>
              <a:t> </a:t>
            </a:r>
            <a:r>
              <a:rPr lang="en-US" sz="1600" spc="-30" dirty="0" err="1">
                <a:solidFill>
                  <a:srgbClr val="2B2E3C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</a:rPr>
              <a:t>фактов</a:t>
            </a:r>
            <a:r>
              <a:rPr lang="en-US" sz="1600" spc="-30" dirty="0">
                <a:solidFill>
                  <a:srgbClr val="2B2E3C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</a:rPr>
              <a:t>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94640" indent="-294640" algn="l">
              <a:lnSpc>
                <a:spcPct val="133000"/>
              </a:lnSpc>
              <a:buSzPct val="100000"/>
              <a:buChar char="•"/>
              <a:defRPr/>
            </a:pPr>
            <a:r>
              <a:rPr lang="en-US" sz="1600" spc="-30" dirty="0" err="1">
                <a:solidFill>
                  <a:srgbClr val="2B2E3C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</a:rPr>
              <a:t>Рекомендация</a:t>
            </a:r>
            <a:r>
              <a:rPr lang="en-US" sz="1600" spc="-30" dirty="0">
                <a:solidFill>
                  <a:srgbClr val="2B2E3C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</a:rPr>
              <a:t>: </a:t>
            </a:r>
            <a:r>
              <a:rPr lang="en-US" sz="1600" spc="-30" dirty="0" err="1">
                <a:solidFill>
                  <a:srgbClr val="2B2E3C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</a:rPr>
              <a:t>смотреть</a:t>
            </a:r>
            <a:r>
              <a:rPr lang="en-US" sz="1600" spc="-30" dirty="0">
                <a:solidFill>
                  <a:srgbClr val="2B2E3C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</a:rPr>
              <a:t> и </a:t>
            </a:r>
            <a:r>
              <a:rPr lang="en-US" sz="1600" spc="-30" dirty="0" err="1">
                <a:solidFill>
                  <a:srgbClr val="2B2E3C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</a:rPr>
              <a:t>анализировать</a:t>
            </a:r>
            <a:r>
              <a:rPr lang="en-US" sz="1600" spc="-30" dirty="0">
                <a:solidFill>
                  <a:srgbClr val="2B2E3C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</a:rPr>
              <a:t> — </a:t>
            </a:r>
            <a:r>
              <a:rPr lang="en-US" sz="1600" spc="-30" dirty="0" err="1">
                <a:solidFill>
                  <a:srgbClr val="2B2E3C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</a:rPr>
              <a:t>особенно</a:t>
            </a:r>
            <a:r>
              <a:rPr lang="en-US" sz="1600" spc="-30" dirty="0">
                <a:solidFill>
                  <a:srgbClr val="2B2E3C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</a:rPr>
              <a:t> </a:t>
            </a:r>
            <a:r>
              <a:rPr lang="en-US" sz="1600" spc="-30" dirty="0" err="1">
                <a:solidFill>
                  <a:srgbClr val="2B2E3C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</a:rPr>
              <a:t>для</a:t>
            </a:r>
            <a:r>
              <a:rPr lang="en-US" sz="1600" spc="-30" dirty="0">
                <a:solidFill>
                  <a:srgbClr val="2B2E3C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</a:rPr>
              <a:t> </a:t>
            </a:r>
            <a:r>
              <a:rPr lang="en-US" sz="1600" spc="-30" dirty="0" err="1">
                <a:solidFill>
                  <a:srgbClr val="2B2E3C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</a:rPr>
              <a:t>учебных</a:t>
            </a:r>
            <a:r>
              <a:rPr lang="en-US" sz="1600" spc="-30" dirty="0">
                <a:solidFill>
                  <a:srgbClr val="2B2E3C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</a:rPr>
              <a:t> </a:t>
            </a:r>
            <a:r>
              <a:rPr lang="en-US" sz="1600" spc="-30" dirty="0" err="1">
                <a:solidFill>
                  <a:srgbClr val="2B2E3C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</a:rPr>
              <a:t>обсуждений</a:t>
            </a:r>
            <a:r>
              <a:rPr lang="en-US" sz="1600" spc="-30" dirty="0">
                <a:solidFill>
                  <a:srgbClr val="2B2E3C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</a:rPr>
              <a:t>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2"/>
          <p:cNvSpPr/>
          <p:nvPr/>
        </p:nvSpPr>
        <p:spPr bwMode="auto">
          <a:xfrm>
            <a:off x="356682" y="5288161"/>
            <a:ext cx="6906444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33000"/>
              </a:lnSpc>
              <a:buNone/>
              <a:defRPr/>
            </a:pPr>
            <a:r>
              <a:rPr lang="en-US" sz="1450" b="1" spc="-30" dirty="0" err="1">
                <a:solidFill>
                  <a:srgbClr val="2B2E3C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</a:rPr>
              <a:t>Спасибо</a:t>
            </a:r>
            <a:r>
              <a:rPr lang="en-US" sz="1450" b="1" spc="-30" dirty="0">
                <a:solidFill>
                  <a:srgbClr val="2B2E3C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</a:rPr>
              <a:t> </a:t>
            </a:r>
            <a:r>
              <a:rPr lang="en-US" sz="1450" b="1" spc="-30" dirty="0" err="1">
                <a:solidFill>
                  <a:srgbClr val="2B2E3C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</a:rPr>
              <a:t>за</a:t>
            </a:r>
            <a:r>
              <a:rPr lang="en-US" sz="1450" b="1" spc="-30" dirty="0">
                <a:solidFill>
                  <a:srgbClr val="2B2E3C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</a:rPr>
              <a:t> </a:t>
            </a:r>
            <a:r>
              <a:rPr lang="en-US" sz="1450" b="1" spc="-30" dirty="0" err="1">
                <a:solidFill>
                  <a:srgbClr val="2B2E3C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</a:rPr>
              <a:t>внимание</a:t>
            </a:r>
            <a:r>
              <a:rPr lang="en-US" sz="1450" b="1" spc="-30" dirty="0">
                <a:solidFill>
                  <a:srgbClr val="2B2E3C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</a:rPr>
              <a:t>. </a:t>
            </a:r>
            <a:endParaRPr lang="en-US" sz="145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fracture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61</TotalTime>
  <Words>622</Words>
  <Application>Microsoft Office PowerPoint</Application>
  <DocSecurity>0</DocSecurity>
  <PresentationFormat>Широкоэкранный</PresentationFormat>
  <Paragraphs>53</Paragraphs>
  <Slides>11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11</vt:i4>
      </vt:variant>
    </vt:vector>
  </HeadingPairs>
  <TitlesOfParts>
    <vt:vector size="14" baseType="lpstr">
      <vt:lpstr>Times New Roman</vt:lpstr>
      <vt:lpstr>Arial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cp:lastModifiedBy>Артем</cp:lastModifiedBy>
  <cp:revision>6</cp:revision>
  <dcterms:created xsi:type="dcterms:W3CDTF">2026-09-25T12:50:28Z</dcterms:created>
  <dcterms:modified xsi:type="dcterms:W3CDTF">2026-09-25T15:10:53Z</dcterms:modified>
  <cp:category/>
  <dc:identifier/>
  <cp:contentStatus/>
  <dc:language/>
  <cp:version/>
</cp:coreProperties>
</file>